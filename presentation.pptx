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8" r:id="rId4"/>
    <p:sldId id="259" r:id="rId5"/>
    <p:sldId id="257" r:id="rId6"/>
    <p:sldId id="260" r:id="rId7"/>
    <p:sldId id="270" r:id="rId8"/>
    <p:sldId id="273" r:id="rId9"/>
    <p:sldId id="274" r:id="rId10"/>
    <p:sldId id="275" r:id="rId11"/>
    <p:sldId id="276" r:id="rId12"/>
    <p:sldId id="277" r:id="rId13"/>
    <p:sldId id="278" r:id="rId14"/>
    <p:sldId id="281" r:id="rId15"/>
    <p:sldId id="279" r:id="rId16"/>
    <p:sldId id="280" r:id="rId17"/>
    <p:sldId id="272" r:id="rId18"/>
    <p:sldId id="265" r:id="rId19"/>
    <p:sldId id="267" r:id="rId20"/>
    <p:sldId id="268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38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60000"/>
                <a:lumOff val="4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885950" y="1989801"/>
            <a:ext cx="1714500" cy="3600392"/>
          </a:xfrm>
          <a:custGeom>
            <a:avLst/>
            <a:gdLst/>
            <a:ahLst/>
            <a:cxnLst/>
            <a:rect l="0" t="0" r="0" b="0"/>
            <a:pathLst>
              <a:path w="1714500" h="3600392">
                <a:moveTo>
                  <a:pt x="0" y="3388118"/>
                </a:moveTo>
                <a:cubicBezTo>
                  <a:pt x="0" y="3444420"/>
                  <a:pt x="24088" y="3498408"/>
                  <a:pt x="66951" y="3538213"/>
                </a:cubicBezTo>
                <a:cubicBezTo>
                  <a:pt x="109823" y="3578028"/>
                  <a:pt x="167973" y="3600392"/>
                  <a:pt x="228600" y="3600392"/>
                </a:cubicBezTo>
                <a:lnTo>
                  <a:pt x="1485900" y="3600392"/>
                </a:lnTo>
                <a:cubicBezTo>
                  <a:pt x="1546526" y="3600392"/>
                  <a:pt x="1604676" y="3578028"/>
                  <a:pt x="1647548" y="3538213"/>
                </a:cubicBezTo>
                <a:cubicBezTo>
                  <a:pt x="1690411" y="3498408"/>
                  <a:pt x="1714500" y="3444420"/>
                  <a:pt x="1714500" y="3388118"/>
                </a:cubicBezTo>
                <a:lnTo>
                  <a:pt x="1714500" y="228600"/>
                </a:lnTo>
                <a:cubicBezTo>
                  <a:pt x="1714500" y="167973"/>
                  <a:pt x="1690411" y="109823"/>
                  <a:pt x="1647548" y="66951"/>
                </a:cubicBezTo>
                <a:cubicBezTo>
                  <a:pt x="1604676" y="24088"/>
                  <a:pt x="1546526" y="0"/>
                  <a:pt x="1485900" y="0"/>
                </a:cubicBezTo>
                <a:lnTo>
                  <a:pt x="228600" y="0"/>
                </a:lnTo>
                <a:cubicBezTo>
                  <a:pt x="167973" y="0"/>
                  <a:pt x="109823" y="24088"/>
                  <a:pt x="66951" y="66951"/>
                </a:cubicBezTo>
                <a:cubicBezTo>
                  <a:pt x="24088" y="109823"/>
                  <a:pt x="0" y="167973"/>
                  <a:pt x="0" y="228600"/>
                </a:cubicBezTo>
                <a:lnTo>
                  <a:pt x="0" y="3388118"/>
                </a:lnTo>
              </a:path>
            </a:pathLst>
          </a:custGeom>
          <a:gradFill rotWithShape="1">
            <a:gsLst>
              <a:gs pos="0">
                <a:srgbClr val="FFA6A3"/>
              </a:gs>
              <a:gs pos="100000">
                <a:srgbClr val="FD6A65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885950" y="1989801"/>
            <a:ext cx="1714500" cy="3600390"/>
          </a:xfrm>
          <a:custGeom>
            <a:avLst/>
            <a:gdLst/>
            <a:ahLst/>
            <a:cxnLst/>
            <a:rect l="0" t="0" r="0" b="0"/>
            <a:pathLst>
              <a:path w="1714500" h="3600390">
                <a:moveTo>
                  <a:pt x="1714500" y="342900"/>
                </a:moveTo>
                <a:lnTo>
                  <a:pt x="1714500" y="228600"/>
                </a:lnTo>
                <a:cubicBezTo>
                  <a:pt x="1714500" y="167971"/>
                  <a:pt x="1690415" y="109826"/>
                  <a:pt x="1647544" y="66955"/>
                </a:cubicBezTo>
                <a:cubicBezTo>
                  <a:pt x="1604673" y="24084"/>
                  <a:pt x="1546528" y="0"/>
                  <a:pt x="1485900" y="0"/>
                </a:cubicBezTo>
                <a:lnTo>
                  <a:pt x="228600" y="0"/>
                </a:lnTo>
                <a:cubicBezTo>
                  <a:pt x="167971" y="0"/>
                  <a:pt x="109826" y="24084"/>
                  <a:pt x="66955" y="66955"/>
                </a:cubicBezTo>
                <a:cubicBezTo>
                  <a:pt x="24084" y="109826"/>
                  <a:pt x="0" y="167971"/>
                  <a:pt x="0" y="228600"/>
                </a:cubicBezTo>
                <a:lnTo>
                  <a:pt x="0" y="342900"/>
                </a:lnTo>
                <a:moveTo>
                  <a:pt x="1714500" y="2114491"/>
                </a:moveTo>
                <a:lnTo>
                  <a:pt x="1714500" y="342900"/>
                </a:lnTo>
                <a:moveTo>
                  <a:pt x="0" y="342900"/>
                </a:moveTo>
                <a:lnTo>
                  <a:pt x="0" y="2114491"/>
                </a:lnTo>
                <a:moveTo>
                  <a:pt x="1714500" y="2114490"/>
                </a:moveTo>
                <a:lnTo>
                  <a:pt x="1714500" y="3388119"/>
                </a:lnTo>
                <a:cubicBezTo>
                  <a:pt x="1714500" y="3444417"/>
                  <a:pt x="1690415" y="3498409"/>
                  <a:pt x="1647544" y="3538218"/>
                </a:cubicBezTo>
                <a:cubicBezTo>
                  <a:pt x="1604673" y="3578026"/>
                  <a:pt x="1546528" y="3600390"/>
                  <a:pt x="1485900" y="3600390"/>
                </a:cubicBezTo>
                <a:lnTo>
                  <a:pt x="228600" y="3600390"/>
                </a:lnTo>
                <a:cubicBezTo>
                  <a:pt x="167971" y="3600390"/>
                  <a:pt x="109826" y="3578026"/>
                  <a:pt x="66955" y="3538218"/>
                </a:cubicBezTo>
                <a:cubicBezTo>
                  <a:pt x="24084" y="3498409"/>
                  <a:pt x="0" y="3444417"/>
                  <a:pt x="0" y="3388119"/>
                </a:cubicBezTo>
                <a:lnTo>
                  <a:pt x="0" y="2114490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714750" y="1989801"/>
            <a:ext cx="1714500" cy="3600392"/>
          </a:xfrm>
          <a:custGeom>
            <a:avLst/>
            <a:gdLst/>
            <a:ahLst/>
            <a:cxnLst/>
            <a:rect l="0" t="0" r="0" b="0"/>
            <a:pathLst>
              <a:path w="1714500" h="3600392">
                <a:moveTo>
                  <a:pt x="0" y="3388118"/>
                </a:moveTo>
                <a:cubicBezTo>
                  <a:pt x="0" y="3444420"/>
                  <a:pt x="24088" y="3498408"/>
                  <a:pt x="66951" y="3538213"/>
                </a:cubicBezTo>
                <a:cubicBezTo>
                  <a:pt x="109823" y="3578028"/>
                  <a:pt x="167973" y="3600392"/>
                  <a:pt x="228600" y="3600392"/>
                </a:cubicBezTo>
                <a:lnTo>
                  <a:pt x="1485900" y="3600392"/>
                </a:lnTo>
                <a:cubicBezTo>
                  <a:pt x="1546526" y="3600392"/>
                  <a:pt x="1604676" y="3578028"/>
                  <a:pt x="1647548" y="3538213"/>
                </a:cubicBezTo>
                <a:cubicBezTo>
                  <a:pt x="1690411" y="3498408"/>
                  <a:pt x="1714500" y="3444420"/>
                  <a:pt x="1714500" y="3388118"/>
                </a:cubicBezTo>
                <a:lnTo>
                  <a:pt x="1714500" y="228600"/>
                </a:lnTo>
                <a:cubicBezTo>
                  <a:pt x="1714500" y="167973"/>
                  <a:pt x="1690411" y="109823"/>
                  <a:pt x="1647548" y="66951"/>
                </a:cubicBezTo>
                <a:cubicBezTo>
                  <a:pt x="1604676" y="24088"/>
                  <a:pt x="1546526" y="0"/>
                  <a:pt x="1485900" y="0"/>
                </a:cubicBezTo>
                <a:lnTo>
                  <a:pt x="228600" y="0"/>
                </a:lnTo>
                <a:cubicBezTo>
                  <a:pt x="167973" y="0"/>
                  <a:pt x="109823" y="24088"/>
                  <a:pt x="66951" y="66951"/>
                </a:cubicBezTo>
                <a:cubicBezTo>
                  <a:pt x="24088" y="109823"/>
                  <a:pt x="0" y="167973"/>
                  <a:pt x="0" y="228600"/>
                </a:cubicBezTo>
                <a:lnTo>
                  <a:pt x="0" y="3388118"/>
                </a:lnTo>
              </a:path>
            </a:pathLst>
          </a:custGeom>
          <a:gradFill rotWithShape="1">
            <a:gsLst>
              <a:gs pos="0">
                <a:srgbClr val="FFBF84"/>
              </a:gs>
              <a:gs pos="100000">
                <a:srgbClr val="F99539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714750" y="1989801"/>
            <a:ext cx="1714500" cy="3600390"/>
          </a:xfrm>
          <a:custGeom>
            <a:avLst/>
            <a:gdLst/>
            <a:ahLst/>
            <a:cxnLst/>
            <a:rect l="0" t="0" r="0" b="0"/>
            <a:pathLst>
              <a:path w="1714500" h="3600390">
                <a:moveTo>
                  <a:pt x="1714500" y="2114491"/>
                </a:moveTo>
                <a:lnTo>
                  <a:pt x="1714500" y="342900"/>
                </a:lnTo>
                <a:moveTo>
                  <a:pt x="0" y="342900"/>
                </a:moveTo>
                <a:lnTo>
                  <a:pt x="0" y="2114491"/>
                </a:lnTo>
                <a:moveTo>
                  <a:pt x="1714500" y="2114490"/>
                </a:moveTo>
                <a:lnTo>
                  <a:pt x="1714500" y="3388119"/>
                </a:lnTo>
                <a:cubicBezTo>
                  <a:pt x="1714500" y="3444417"/>
                  <a:pt x="1690415" y="3498409"/>
                  <a:pt x="1647544" y="3538218"/>
                </a:cubicBezTo>
                <a:cubicBezTo>
                  <a:pt x="1604673" y="3578026"/>
                  <a:pt x="1546528" y="3600390"/>
                  <a:pt x="1485900" y="3600390"/>
                </a:cubicBezTo>
                <a:lnTo>
                  <a:pt x="228600" y="3600390"/>
                </a:lnTo>
                <a:cubicBezTo>
                  <a:pt x="167971" y="3600390"/>
                  <a:pt x="109826" y="3578026"/>
                  <a:pt x="66955" y="3538218"/>
                </a:cubicBezTo>
                <a:cubicBezTo>
                  <a:pt x="24084" y="3498409"/>
                  <a:pt x="0" y="3444417"/>
                  <a:pt x="0" y="3388119"/>
                </a:cubicBezTo>
                <a:lnTo>
                  <a:pt x="0" y="2114490"/>
                </a:lnTo>
                <a:moveTo>
                  <a:pt x="1714500" y="342900"/>
                </a:moveTo>
                <a:lnTo>
                  <a:pt x="1714500" y="228600"/>
                </a:lnTo>
                <a:cubicBezTo>
                  <a:pt x="1714500" y="167971"/>
                  <a:pt x="1690415" y="109826"/>
                  <a:pt x="1647544" y="66955"/>
                </a:cubicBezTo>
                <a:cubicBezTo>
                  <a:pt x="1604673" y="24084"/>
                  <a:pt x="1546528" y="0"/>
                  <a:pt x="1485900" y="0"/>
                </a:cubicBezTo>
                <a:lnTo>
                  <a:pt x="228600" y="0"/>
                </a:lnTo>
                <a:cubicBezTo>
                  <a:pt x="167971" y="0"/>
                  <a:pt x="109826" y="24084"/>
                  <a:pt x="66955" y="66955"/>
                </a:cubicBezTo>
                <a:cubicBezTo>
                  <a:pt x="24084" y="109826"/>
                  <a:pt x="0" y="167971"/>
                  <a:pt x="0" y="228600"/>
                </a:cubicBezTo>
                <a:lnTo>
                  <a:pt x="0" y="342900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543550" y="1989801"/>
            <a:ext cx="1714500" cy="3600392"/>
          </a:xfrm>
          <a:custGeom>
            <a:avLst/>
            <a:gdLst/>
            <a:ahLst/>
            <a:cxnLst/>
            <a:rect l="0" t="0" r="0" b="0"/>
            <a:pathLst>
              <a:path w="1714500" h="3600392">
                <a:moveTo>
                  <a:pt x="0" y="3388118"/>
                </a:moveTo>
                <a:cubicBezTo>
                  <a:pt x="0" y="3444420"/>
                  <a:pt x="24088" y="3498408"/>
                  <a:pt x="66951" y="3538213"/>
                </a:cubicBezTo>
                <a:cubicBezTo>
                  <a:pt x="109823" y="3578028"/>
                  <a:pt x="167973" y="3600392"/>
                  <a:pt x="228600" y="3600392"/>
                </a:cubicBezTo>
                <a:lnTo>
                  <a:pt x="1485900" y="3600392"/>
                </a:lnTo>
                <a:cubicBezTo>
                  <a:pt x="1546526" y="3600392"/>
                  <a:pt x="1604676" y="3578028"/>
                  <a:pt x="1647548" y="3538213"/>
                </a:cubicBezTo>
                <a:cubicBezTo>
                  <a:pt x="1690411" y="3498408"/>
                  <a:pt x="1714500" y="3444420"/>
                  <a:pt x="1714500" y="3388118"/>
                </a:cubicBezTo>
                <a:lnTo>
                  <a:pt x="1714500" y="228600"/>
                </a:lnTo>
                <a:cubicBezTo>
                  <a:pt x="1714500" y="167973"/>
                  <a:pt x="1690411" y="109823"/>
                  <a:pt x="1647548" y="66951"/>
                </a:cubicBezTo>
                <a:cubicBezTo>
                  <a:pt x="1604676" y="24088"/>
                  <a:pt x="1546526" y="0"/>
                  <a:pt x="1485900" y="0"/>
                </a:cubicBezTo>
                <a:lnTo>
                  <a:pt x="228600" y="0"/>
                </a:lnTo>
                <a:cubicBezTo>
                  <a:pt x="167973" y="0"/>
                  <a:pt x="109823" y="24088"/>
                  <a:pt x="66951" y="66951"/>
                </a:cubicBezTo>
                <a:cubicBezTo>
                  <a:pt x="24088" y="109823"/>
                  <a:pt x="0" y="167973"/>
                  <a:pt x="0" y="228600"/>
                </a:cubicBezTo>
                <a:lnTo>
                  <a:pt x="0" y="3388118"/>
                </a:lnTo>
              </a:path>
            </a:pathLst>
          </a:custGeom>
          <a:gradFill rotWithShape="1">
            <a:gsLst>
              <a:gs pos="0">
                <a:srgbClr val="83FAC1"/>
              </a:gs>
              <a:gs pos="100000">
                <a:srgbClr val="44E095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543550" y="1989801"/>
            <a:ext cx="1714500" cy="3600390"/>
          </a:xfrm>
          <a:custGeom>
            <a:avLst/>
            <a:gdLst/>
            <a:ahLst/>
            <a:cxnLst/>
            <a:rect l="0" t="0" r="0" b="0"/>
            <a:pathLst>
              <a:path w="1714500" h="3600390">
                <a:moveTo>
                  <a:pt x="1714500" y="342900"/>
                </a:moveTo>
                <a:lnTo>
                  <a:pt x="1714500" y="228600"/>
                </a:lnTo>
                <a:cubicBezTo>
                  <a:pt x="1714500" y="167971"/>
                  <a:pt x="1690415" y="109826"/>
                  <a:pt x="1647544" y="66955"/>
                </a:cubicBezTo>
                <a:cubicBezTo>
                  <a:pt x="1604673" y="24084"/>
                  <a:pt x="1546528" y="0"/>
                  <a:pt x="1485900" y="0"/>
                </a:cubicBezTo>
                <a:lnTo>
                  <a:pt x="228600" y="0"/>
                </a:lnTo>
                <a:cubicBezTo>
                  <a:pt x="167971" y="0"/>
                  <a:pt x="109826" y="24084"/>
                  <a:pt x="66955" y="66955"/>
                </a:cubicBezTo>
                <a:cubicBezTo>
                  <a:pt x="24084" y="109826"/>
                  <a:pt x="0" y="167971"/>
                  <a:pt x="0" y="228600"/>
                </a:cubicBezTo>
                <a:lnTo>
                  <a:pt x="0" y="342900"/>
                </a:lnTo>
                <a:moveTo>
                  <a:pt x="1714500" y="2114491"/>
                </a:moveTo>
                <a:lnTo>
                  <a:pt x="1714500" y="342900"/>
                </a:lnTo>
                <a:moveTo>
                  <a:pt x="0" y="342900"/>
                </a:moveTo>
                <a:lnTo>
                  <a:pt x="0" y="2114491"/>
                </a:lnTo>
                <a:moveTo>
                  <a:pt x="1714500" y="2114490"/>
                </a:moveTo>
                <a:lnTo>
                  <a:pt x="1714500" y="3388119"/>
                </a:lnTo>
                <a:cubicBezTo>
                  <a:pt x="1714500" y="3444417"/>
                  <a:pt x="1690415" y="3498409"/>
                  <a:pt x="1647544" y="3538218"/>
                </a:cubicBezTo>
                <a:cubicBezTo>
                  <a:pt x="1604673" y="3578026"/>
                  <a:pt x="1546528" y="3600390"/>
                  <a:pt x="1485900" y="3600390"/>
                </a:cubicBezTo>
                <a:lnTo>
                  <a:pt x="228600" y="3600390"/>
                </a:lnTo>
                <a:cubicBezTo>
                  <a:pt x="167971" y="3600390"/>
                  <a:pt x="109826" y="3578026"/>
                  <a:pt x="66955" y="3538218"/>
                </a:cubicBezTo>
                <a:cubicBezTo>
                  <a:pt x="24084" y="3498409"/>
                  <a:pt x="0" y="3444417"/>
                  <a:pt x="0" y="3388119"/>
                </a:cubicBezTo>
                <a:lnTo>
                  <a:pt x="0" y="2114490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543050" y="3761392"/>
            <a:ext cx="6057900" cy="1371607"/>
          </a:xfrm>
          <a:custGeom>
            <a:avLst/>
            <a:gdLst/>
            <a:ahLst/>
            <a:cxnLst/>
            <a:rect l="0" t="0" r="0" b="0"/>
            <a:pathLst>
              <a:path w="6057900" h="1371607">
                <a:moveTo>
                  <a:pt x="5876925" y="1228724"/>
                </a:moveTo>
                <a:lnTo>
                  <a:pt x="5943600" y="1304924"/>
                </a:lnTo>
                <a:lnTo>
                  <a:pt x="6010275" y="1228724"/>
                </a:lnTo>
                <a:moveTo>
                  <a:pt x="6010275" y="1228724"/>
                </a:moveTo>
                <a:lnTo>
                  <a:pt x="5943600" y="1304924"/>
                </a:lnTo>
                <a:lnTo>
                  <a:pt x="5876925" y="1228724"/>
                </a:lnTo>
                <a:moveTo>
                  <a:pt x="5667375" y="1019174"/>
                </a:moveTo>
                <a:lnTo>
                  <a:pt x="5600700" y="942974"/>
                </a:lnTo>
                <a:lnTo>
                  <a:pt x="5534025" y="1019174"/>
                </a:lnTo>
                <a:moveTo>
                  <a:pt x="5534025" y="1019174"/>
                </a:moveTo>
                <a:lnTo>
                  <a:pt x="5600700" y="942974"/>
                </a:lnTo>
                <a:lnTo>
                  <a:pt x="5667375" y="1019174"/>
                </a:lnTo>
                <a:moveTo>
                  <a:pt x="5667375" y="1133474"/>
                </a:moveTo>
                <a:lnTo>
                  <a:pt x="5600700" y="1057274"/>
                </a:lnTo>
                <a:lnTo>
                  <a:pt x="5534025" y="1133474"/>
                </a:lnTo>
                <a:moveTo>
                  <a:pt x="5534025" y="1133474"/>
                </a:moveTo>
                <a:lnTo>
                  <a:pt x="5600700" y="1057274"/>
                </a:lnTo>
                <a:lnTo>
                  <a:pt x="5667375" y="1133474"/>
                </a:lnTo>
                <a:moveTo>
                  <a:pt x="5667375" y="1247774"/>
                </a:moveTo>
                <a:lnTo>
                  <a:pt x="5600700" y="1171574"/>
                </a:lnTo>
                <a:lnTo>
                  <a:pt x="5534025" y="1247774"/>
                </a:lnTo>
                <a:moveTo>
                  <a:pt x="5534025" y="1247774"/>
                </a:moveTo>
                <a:lnTo>
                  <a:pt x="5600700" y="1171574"/>
                </a:lnTo>
                <a:lnTo>
                  <a:pt x="5667375" y="1247774"/>
                </a:lnTo>
                <a:moveTo>
                  <a:pt x="5410200" y="802296"/>
                </a:moveTo>
                <a:lnTo>
                  <a:pt x="5257800" y="679233"/>
                </a:lnTo>
                <a:lnTo>
                  <a:pt x="5105400" y="802296"/>
                </a:lnTo>
                <a:moveTo>
                  <a:pt x="5105400" y="802296"/>
                </a:moveTo>
                <a:lnTo>
                  <a:pt x="5257800" y="679233"/>
                </a:lnTo>
                <a:lnTo>
                  <a:pt x="5410200" y="802296"/>
                </a:lnTo>
                <a:moveTo>
                  <a:pt x="5410200" y="986974"/>
                </a:moveTo>
                <a:lnTo>
                  <a:pt x="5257800" y="863817"/>
                </a:lnTo>
                <a:lnTo>
                  <a:pt x="5105400" y="986974"/>
                </a:lnTo>
                <a:moveTo>
                  <a:pt x="5105400" y="986974"/>
                </a:moveTo>
                <a:lnTo>
                  <a:pt x="5257800" y="863817"/>
                </a:lnTo>
                <a:lnTo>
                  <a:pt x="5410200" y="986974"/>
                </a:lnTo>
                <a:moveTo>
                  <a:pt x="5410200" y="1171575"/>
                </a:moveTo>
                <a:lnTo>
                  <a:pt x="5257800" y="1048512"/>
                </a:lnTo>
                <a:lnTo>
                  <a:pt x="5105400" y="1171575"/>
                </a:lnTo>
                <a:moveTo>
                  <a:pt x="5105400" y="1171575"/>
                </a:moveTo>
                <a:lnTo>
                  <a:pt x="5257800" y="1048512"/>
                </a:lnTo>
                <a:lnTo>
                  <a:pt x="5410200" y="1171575"/>
                </a:lnTo>
                <a:moveTo>
                  <a:pt x="1524000" y="802296"/>
                </a:moveTo>
                <a:lnTo>
                  <a:pt x="1371600" y="679233"/>
                </a:lnTo>
                <a:lnTo>
                  <a:pt x="1219200" y="802296"/>
                </a:lnTo>
                <a:moveTo>
                  <a:pt x="1219200" y="802296"/>
                </a:moveTo>
                <a:lnTo>
                  <a:pt x="1371600" y="679233"/>
                </a:lnTo>
                <a:lnTo>
                  <a:pt x="1524000" y="802296"/>
                </a:lnTo>
                <a:moveTo>
                  <a:pt x="1524000" y="986974"/>
                </a:moveTo>
                <a:lnTo>
                  <a:pt x="1371600" y="863817"/>
                </a:lnTo>
                <a:lnTo>
                  <a:pt x="1219200" y="986974"/>
                </a:lnTo>
                <a:moveTo>
                  <a:pt x="1219200" y="986974"/>
                </a:moveTo>
                <a:lnTo>
                  <a:pt x="1371600" y="863817"/>
                </a:lnTo>
                <a:lnTo>
                  <a:pt x="1524000" y="986974"/>
                </a:lnTo>
                <a:moveTo>
                  <a:pt x="1524000" y="1171575"/>
                </a:moveTo>
                <a:lnTo>
                  <a:pt x="1371600" y="1048512"/>
                </a:lnTo>
                <a:lnTo>
                  <a:pt x="1219200" y="1171575"/>
                </a:lnTo>
                <a:moveTo>
                  <a:pt x="1219200" y="1171575"/>
                </a:moveTo>
                <a:lnTo>
                  <a:pt x="1371600" y="1048512"/>
                </a:lnTo>
                <a:lnTo>
                  <a:pt x="1524000" y="1171575"/>
                </a:lnTo>
                <a:moveTo>
                  <a:pt x="952500" y="802296"/>
                </a:moveTo>
                <a:lnTo>
                  <a:pt x="800100" y="679233"/>
                </a:lnTo>
                <a:lnTo>
                  <a:pt x="647700" y="802296"/>
                </a:lnTo>
                <a:moveTo>
                  <a:pt x="647700" y="802296"/>
                </a:moveTo>
                <a:lnTo>
                  <a:pt x="800100" y="679233"/>
                </a:lnTo>
                <a:lnTo>
                  <a:pt x="952500" y="802296"/>
                </a:lnTo>
                <a:moveTo>
                  <a:pt x="952500" y="986974"/>
                </a:moveTo>
                <a:lnTo>
                  <a:pt x="800100" y="863817"/>
                </a:lnTo>
                <a:lnTo>
                  <a:pt x="647700" y="986974"/>
                </a:lnTo>
                <a:moveTo>
                  <a:pt x="647700" y="986974"/>
                </a:moveTo>
                <a:lnTo>
                  <a:pt x="800100" y="863817"/>
                </a:lnTo>
                <a:lnTo>
                  <a:pt x="952500" y="986974"/>
                </a:lnTo>
                <a:moveTo>
                  <a:pt x="952500" y="1171575"/>
                </a:moveTo>
                <a:lnTo>
                  <a:pt x="800100" y="1048512"/>
                </a:lnTo>
                <a:lnTo>
                  <a:pt x="647700" y="1171575"/>
                </a:lnTo>
                <a:moveTo>
                  <a:pt x="647700" y="1171575"/>
                </a:moveTo>
                <a:lnTo>
                  <a:pt x="800100" y="1048512"/>
                </a:lnTo>
                <a:lnTo>
                  <a:pt x="952500" y="1171575"/>
                </a:lnTo>
                <a:moveTo>
                  <a:pt x="542925" y="1046330"/>
                </a:moveTo>
                <a:lnTo>
                  <a:pt x="455866" y="975940"/>
                </a:lnTo>
                <a:lnTo>
                  <a:pt x="368712" y="1046330"/>
                </a:lnTo>
                <a:moveTo>
                  <a:pt x="368712" y="1046330"/>
                </a:moveTo>
                <a:lnTo>
                  <a:pt x="455866" y="975940"/>
                </a:lnTo>
                <a:lnTo>
                  <a:pt x="542925" y="1046330"/>
                </a:lnTo>
                <a:moveTo>
                  <a:pt x="542925" y="1151754"/>
                </a:moveTo>
                <a:lnTo>
                  <a:pt x="455866" y="1081459"/>
                </a:lnTo>
                <a:lnTo>
                  <a:pt x="368712" y="1151754"/>
                </a:lnTo>
                <a:moveTo>
                  <a:pt x="368712" y="1151754"/>
                </a:moveTo>
                <a:lnTo>
                  <a:pt x="455866" y="1081459"/>
                </a:lnTo>
                <a:lnTo>
                  <a:pt x="542925" y="1151754"/>
                </a:lnTo>
                <a:moveTo>
                  <a:pt x="542925" y="1257291"/>
                </a:moveTo>
                <a:lnTo>
                  <a:pt x="455866" y="1186996"/>
                </a:lnTo>
                <a:lnTo>
                  <a:pt x="368712" y="1257291"/>
                </a:lnTo>
                <a:moveTo>
                  <a:pt x="368712" y="1257291"/>
                </a:moveTo>
                <a:lnTo>
                  <a:pt x="455866" y="1186996"/>
                </a:lnTo>
                <a:lnTo>
                  <a:pt x="542925" y="1257291"/>
                </a:lnTo>
                <a:moveTo>
                  <a:pt x="4962525" y="1228724"/>
                </a:moveTo>
                <a:lnTo>
                  <a:pt x="5029200" y="1304924"/>
                </a:lnTo>
                <a:lnTo>
                  <a:pt x="5095875" y="1228724"/>
                </a:lnTo>
                <a:moveTo>
                  <a:pt x="5095875" y="1228724"/>
                </a:moveTo>
                <a:lnTo>
                  <a:pt x="5029200" y="1304924"/>
                </a:lnTo>
                <a:lnTo>
                  <a:pt x="4962525" y="1228724"/>
                </a:lnTo>
                <a:moveTo>
                  <a:pt x="3019425" y="1228724"/>
                </a:moveTo>
                <a:lnTo>
                  <a:pt x="3086100" y="1304924"/>
                </a:lnTo>
                <a:lnTo>
                  <a:pt x="3152775" y="1228724"/>
                </a:lnTo>
                <a:moveTo>
                  <a:pt x="3152775" y="1228724"/>
                </a:moveTo>
                <a:lnTo>
                  <a:pt x="3086100" y="1304924"/>
                </a:lnTo>
                <a:lnTo>
                  <a:pt x="3019425" y="1228724"/>
                </a:lnTo>
                <a:moveTo>
                  <a:pt x="2790825" y="1228724"/>
                </a:moveTo>
                <a:lnTo>
                  <a:pt x="2857500" y="1304924"/>
                </a:lnTo>
                <a:lnTo>
                  <a:pt x="2924175" y="1228724"/>
                </a:lnTo>
                <a:moveTo>
                  <a:pt x="2924175" y="1228724"/>
                </a:moveTo>
                <a:lnTo>
                  <a:pt x="2857500" y="1304924"/>
                </a:lnTo>
                <a:lnTo>
                  <a:pt x="2790825" y="1228724"/>
                </a:lnTo>
                <a:moveTo>
                  <a:pt x="2562225" y="1228724"/>
                </a:moveTo>
                <a:lnTo>
                  <a:pt x="2628900" y="1304924"/>
                </a:lnTo>
                <a:lnTo>
                  <a:pt x="2695575" y="1228724"/>
                </a:lnTo>
                <a:moveTo>
                  <a:pt x="2695575" y="1228724"/>
                </a:moveTo>
                <a:lnTo>
                  <a:pt x="2628900" y="1304924"/>
                </a:lnTo>
                <a:lnTo>
                  <a:pt x="2562225" y="1228724"/>
                </a:lnTo>
                <a:moveTo>
                  <a:pt x="962025" y="1228724"/>
                </a:moveTo>
                <a:lnTo>
                  <a:pt x="1028700" y="1304924"/>
                </a:lnTo>
                <a:lnTo>
                  <a:pt x="1095375" y="1228724"/>
                </a:lnTo>
                <a:moveTo>
                  <a:pt x="1095375" y="1228724"/>
                </a:moveTo>
                <a:lnTo>
                  <a:pt x="1028700" y="1304924"/>
                </a:lnTo>
                <a:lnTo>
                  <a:pt x="962025" y="1228724"/>
                </a:lnTo>
                <a:moveTo>
                  <a:pt x="47625" y="1228724"/>
                </a:moveTo>
                <a:lnTo>
                  <a:pt x="114300" y="1304924"/>
                </a:lnTo>
                <a:lnTo>
                  <a:pt x="180975" y="1228724"/>
                </a:lnTo>
                <a:moveTo>
                  <a:pt x="180975" y="1228724"/>
                </a:moveTo>
                <a:lnTo>
                  <a:pt x="114300" y="1304924"/>
                </a:lnTo>
                <a:lnTo>
                  <a:pt x="47625" y="1228724"/>
                </a:lnTo>
                <a:moveTo>
                  <a:pt x="2733676" y="1190624"/>
                </a:moveTo>
                <a:lnTo>
                  <a:pt x="2540891" y="1077658"/>
                </a:lnTo>
                <a:cubicBezTo>
                  <a:pt x="2479052" y="1041453"/>
                  <a:pt x="2423551" y="995379"/>
                  <a:pt x="2376584" y="941260"/>
                </a:cubicBezTo>
                <a:lnTo>
                  <a:pt x="2178940" y="713327"/>
                </a:lnTo>
                <a:cubicBezTo>
                  <a:pt x="2167549" y="700157"/>
                  <a:pt x="2151832" y="691483"/>
                  <a:pt x="2134618" y="688864"/>
                </a:cubicBezTo>
                <a:cubicBezTo>
                  <a:pt x="2117402" y="686245"/>
                  <a:pt x="2099817" y="689853"/>
                  <a:pt x="2085024" y="699039"/>
                </a:cubicBezTo>
                <a:lnTo>
                  <a:pt x="2004252" y="749142"/>
                </a:lnTo>
                <a:cubicBezTo>
                  <a:pt x="1988411" y="758954"/>
                  <a:pt x="1970656" y="765271"/>
                  <a:pt x="1952177" y="767670"/>
                </a:cubicBezTo>
                <a:cubicBezTo>
                  <a:pt x="1933696" y="770068"/>
                  <a:pt x="1914918" y="768492"/>
                  <a:pt x="1897096" y="763047"/>
                </a:cubicBezTo>
                <a:cubicBezTo>
                  <a:pt x="1878210" y="757264"/>
                  <a:pt x="1858259" y="755836"/>
                  <a:pt x="1838743" y="758871"/>
                </a:cubicBezTo>
                <a:cubicBezTo>
                  <a:pt x="1819226" y="761907"/>
                  <a:pt x="1800652" y="769327"/>
                  <a:pt x="1784415" y="780573"/>
                </a:cubicBezTo>
                <a:lnTo>
                  <a:pt x="1677259" y="854583"/>
                </a:lnTo>
                <a:cubicBezTo>
                  <a:pt x="1657294" y="868381"/>
                  <a:pt x="1634710" y="877935"/>
                  <a:pt x="1610905" y="882654"/>
                </a:cubicBezTo>
                <a:cubicBezTo>
                  <a:pt x="1587100" y="887372"/>
                  <a:pt x="1562579" y="887155"/>
                  <a:pt x="1538860" y="882015"/>
                </a:cubicBezTo>
                <a:lnTo>
                  <a:pt x="1519144" y="877633"/>
                </a:lnTo>
                <a:moveTo>
                  <a:pt x="2112833" y="884108"/>
                </a:moveTo>
                <a:lnTo>
                  <a:pt x="2184461" y="842389"/>
                </a:lnTo>
                <a:cubicBezTo>
                  <a:pt x="2193453" y="837133"/>
                  <a:pt x="2203494" y="833929"/>
                  <a:pt x="2213869" y="833007"/>
                </a:cubicBezTo>
                <a:cubicBezTo>
                  <a:pt x="2224242" y="832085"/>
                  <a:pt x="2234691" y="833467"/>
                  <a:pt x="2244469" y="837055"/>
                </a:cubicBezTo>
                <a:cubicBezTo>
                  <a:pt x="2271635" y="846589"/>
                  <a:pt x="2297295" y="859964"/>
                  <a:pt x="2320669" y="876774"/>
                </a:cubicBezTo>
                <a:moveTo>
                  <a:pt x="2232849" y="771524"/>
                </a:moveTo>
                <a:lnTo>
                  <a:pt x="2261424" y="776001"/>
                </a:lnTo>
                <a:moveTo>
                  <a:pt x="3714750" y="761999"/>
                </a:moveTo>
                <a:lnTo>
                  <a:pt x="3686175" y="766667"/>
                </a:lnTo>
                <a:moveTo>
                  <a:pt x="2228850" y="685799"/>
                </a:moveTo>
                <a:lnTo>
                  <a:pt x="2228850" y="770762"/>
                </a:lnTo>
                <a:lnTo>
                  <a:pt x="2232849" y="771524"/>
                </a:lnTo>
                <a:moveTo>
                  <a:pt x="2288188" y="1278644"/>
                </a:moveTo>
                <a:lnTo>
                  <a:pt x="2183413" y="1129007"/>
                </a:lnTo>
                <a:cubicBezTo>
                  <a:pt x="2178354" y="1121808"/>
                  <a:pt x="2170772" y="1116776"/>
                  <a:pt x="2162173" y="1114909"/>
                </a:cubicBezTo>
                <a:cubicBezTo>
                  <a:pt x="2138631" y="1109946"/>
                  <a:pt x="2115558" y="1102967"/>
                  <a:pt x="2093212" y="1094050"/>
                </a:cubicBezTo>
                <a:cubicBezTo>
                  <a:pt x="2086277" y="1091143"/>
                  <a:pt x="2078590" y="1090554"/>
                  <a:pt x="2071294" y="1092374"/>
                </a:cubicBezTo>
                <a:cubicBezTo>
                  <a:pt x="2063998" y="1094193"/>
                  <a:pt x="2057487" y="1098322"/>
                  <a:pt x="2052730" y="1104146"/>
                </a:cubicBezTo>
                <a:lnTo>
                  <a:pt x="1989008" y="1182633"/>
                </a:lnTo>
                <a:moveTo>
                  <a:pt x="1815846" y="1172043"/>
                </a:moveTo>
                <a:lnTo>
                  <a:pt x="1902429" y="1095843"/>
                </a:lnTo>
                <a:cubicBezTo>
                  <a:pt x="1910355" y="1088825"/>
                  <a:pt x="1920261" y="1084434"/>
                  <a:pt x="1930786" y="1083275"/>
                </a:cubicBezTo>
                <a:cubicBezTo>
                  <a:pt x="1941309" y="1082115"/>
                  <a:pt x="1951933" y="1084243"/>
                  <a:pt x="1961198" y="1089366"/>
                </a:cubicBezTo>
                <a:lnTo>
                  <a:pt x="2032731" y="1128609"/>
                </a:lnTo>
                <a:moveTo>
                  <a:pt x="3952303" y="1371607"/>
                </a:moveTo>
                <a:lnTo>
                  <a:pt x="3857053" y="1193776"/>
                </a:lnTo>
                <a:cubicBezTo>
                  <a:pt x="3839640" y="1161110"/>
                  <a:pt x="3811910" y="1135122"/>
                  <a:pt x="3778186" y="1119861"/>
                </a:cubicBezTo>
                <a:lnTo>
                  <a:pt x="3713321" y="1090429"/>
                </a:lnTo>
                <a:cubicBezTo>
                  <a:pt x="3680936" y="1075831"/>
                  <a:pt x="3653713" y="1051795"/>
                  <a:pt x="3635216" y="1021468"/>
                </a:cubicBezTo>
                <a:lnTo>
                  <a:pt x="3578066" y="928219"/>
                </a:lnTo>
                <a:cubicBezTo>
                  <a:pt x="3575549" y="924083"/>
                  <a:pt x="3572108" y="920586"/>
                  <a:pt x="3568012" y="918003"/>
                </a:cubicBezTo>
                <a:cubicBezTo>
                  <a:pt x="3563916" y="915420"/>
                  <a:pt x="3559278" y="913821"/>
                  <a:pt x="3554461" y="913332"/>
                </a:cubicBezTo>
                <a:cubicBezTo>
                  <a:pt x="3549643" y="912843"/>
                  <a:pt x="3544779" y="913476"/>
                  <a:pt x="3540248" y="915183"/>
                </a:cubicBezTo>
                <a:cubicBezTo>
                  <a:pt x="3535717" y="916890"/>
                  <a:pt x="3531642" y="919624"/>
                  <a:pt x="3528345" y="923170"/>
                </a:cubicBezTo>
                <a:lnTo>
                  <a:pt x="3473291" y="982417"/>
                </a:lnTo>
                <a:cubicBezTo>
                  <a:pt x="3443307" y="1014709"/>
                  <a:pt x="3415646" y="1049085"/>
                  <a:pt x="3390519" y="1085286"/>
                </a:cubicBezTo>
                <a:cubicBezTo>
                  <a:pt x="3362611" y="1125568"/>
                  <a:pt x="3337928" y="1167991"/>
                  <a:pt x="3316700" y="1212160"/>
                </a:cubicBezTo>
                <a:lnTo>
                  <a:pt x="3295650" y="1257307"/>
                </a:lnTo>
                <a:moveTo>
                  <a:pt x="3728563" y="1221208"/>
                </a:moveTo>
                <a:cubicBezTo>
                  <a:pt x="3728563" y="1221208"/>
                  <a:pt x="3784570" y="1166344"/>
                  <a:pt x="3828575" y="1154533"/>
                </a:cubicBezTo>
                <a:moveTo>
                  <a:pt x="4213096" y="1015653"/>
                </a:moveTo>
                <a:lnTo>
                  <a:pt x="4330063" y="917069"/>
                </a:lnTo>
                <a:cubicBezTo>
                  <a:pt x="4343628" y="905613"/>
                  <a:pt x="4360316" y="898481"/>
                  <a:pt x="4377971" y="896597"/>
                </a:cubicBezTo>
                <a:cubicBezTo>
                  <a:pt x="4395628" y="894712"/>
                  <a:pt x="4413444" y="898160"/>
                  <a:pt x="4429123" y="906497"/>
                </a:cubicBezTo>
                <a:lnTo>
                  <a:pt x="4501227" y="944597"/>
                </a:lnTo>
                <a:cubicBezTo>
                  <a:pt x="4532806" y="961459"/>
                  <a:pt x="4569028" y="967545"/>
                  <a:pt x="4604383" y="961932"/>
                </a:cubicBezTo>
                <a:lnTo>
                  <a:pt x="4626957" y="958408"/>
                </a:lnTo>
                <a:cubicBezTo>
                  <a:pt x="4676178" y="950794"/>
                  <a:pt x="4723864" y="935358"/>
                  <a:pt x="4768213" y="912688"/>
                </a:cubicBezTo>
                <a:lnTo>
                  <a:pt x="4921470" y="834011"/>
                </a:lnTo>
                <a:cubicBezTo>
                  <a:pt x="4928320" y="830476"/>
                  <a:pt x="4936116" y="829207"/>
                  <a:pt x="4943735" y="830388"/>
                </a:cubicBezTo>
                <a:cubicBezTo>
                  <a:pt x="4951353" y="831569"/>
                  <a:pt x="4958398" y="835139"/>
                  <a:pt x="4963856" y="840584"/>
                </a:cubicBezTo>
                <a:lnTo>
                  <a:pt x="5008338" y="885065"/>
                </a:lnTo>
                <a:moveTo>
                  <a:pt x="3585972" y="940110"/>
                </a:moveTo>
                <a:lnTo>
                  <a:pt x="3714750" y="764088"/>
                </a:lnTo>
                <a:lnTo>
                  <a:pt x="3838575" y="594353"/>
                </a:lnTo>
                <a:cubicBezTo>
                  <a:pt x="3849344" y="579634"/>
                  <a:pt x="3863857" y="568064"/>
                  <a:pt x="3880605" y="560846"/>
                </a:cubicBezTo>
                <a:cubicBezTo>
                  <a:pt x="3897354" y="553627"/>
                  <a:pt x="3915729" y="551022"/>
                  <a:pt x="3933825" y="553300"/>
                </a:cubicBezTo>
                <a:lnTo>
                  <a:pt x="4057650" y="568826"/>
                </a:lnTo>
                <a:cubicBezTo>
                  <a:pt x="4074226" y="570897"/>
                  <a:pt x="4091056" y="569310"/>
                  <a:pt x="4106952" y="564176"/>
                </a:cubicBezTo>
                <a:cubicBezTo>
                  <a:pt x="4122849" y="559041"/>
                  <a:pt x="4137427" y="550484"/>
                  <a:pt x="4149661" y="539108"/>
                </a:cubicBezTo>
                <a:lnTo>
                  <a:pt x="4206811" y="486054"/>
                </a:lnTo>
                <a:cubicBezTo>
                  <a:pt x="4243123" y="452217"/>
                  <a:pt x="4283655" y="423211"/>
                  <a:pt x="4327398" y="399757"/>
                </a:cubicBezTo>
                <a:lnTo>
                  <a:pt x="4333113" y="396709"/>
                </a:lnTo>
                <a:cubicBezTo>
                  <a:pt x="4348847" y="388296"/>
                  <a:pt x="4366397" y="383846"/>
                  <a:pt x="4384239" y="383747"/>
                </a:cubicBezTo>
                <a:cubicBezTo>
                  <a:pt x="4402081" y="383647"/>
                  <a:pt x="4419679" y="387900"/>
                  <a:pt x="4435506" y="396138"/>
                </a:cubicBezTo>
                <a:lnTo>
                  <a:pt x="4470273" y="414235"/>
                </a:lnTo>
                <a:cubicBezTo>
                  <a:pt x="4487922" y="423394"/>
                  <a:pt x="4507729" y="427586"/>
                  <a:pt x="4527576" y="426361"/>
                </a:cubicBezTo>
                <a:cubicBezTo>
                  <a:pt x="4547422" y="425136"/>
                  <a:pt x="4566565" y="418541"/>
                  <a:pt x="4582953" y="407282"/>
                </a:cubicBezTo>
                <a:lnTo>
                  <a:pt x="4700778" y="326319"/>
                </a:lnTo>
                <a:cubicBezTo>
                  <a:pt x="4720870" y="312496"/>
                  <a:pt x="4744683" y="305090"/>
                  <a:pt x="4769072" y="305079"/>
                </a:cubicBezTo>
                <a:lnTo>
                  <a:pt x="4913947" y="305079"/>
                </a:lnTo>
                <a:cubicBezTo>
                  <a:pt x="4941711" y="305107"/>
                  <a:pt x="4968619" y="314693"/>
                  <a:pt x="4990147" y="332225"/>
                </a:cubicBezTo>
                <a:lnTo>
                  <a:pt x="5143500" y="457193"/>
                </a:lnTo>
                <a:moveTo>
                  <a:pt x="4990241" y="332240"/>
                </a:moveTo>
                <a:lnTo>
                  <a:pt x="4892515" y="409774"/>
                </a:lnTo>
                <a:cubicBezTo>
                  <a:pt x="4867765" y="429365"/>
                  <a:pt x="4848314" y="454840"/>
                  <a:pt x="4835936" y="483877"/>
                </a:cubicBezTo>
                <a:lnTo>
                  <a:pt x="4808790" y="547219"/>
                </a:lnTo>
                <a:moveTo>
                  <a:pt x="4556570" y="803059"/>
                </a:moveTo>
                <a:lnTo>
                  <a:pt x="4476750" y="734288"/>
                </a:lnTo>
                <a:cubicBezTo>
                  <a:pt x="4462452" y="722002"/>
                  <a:pt x="4445225" y="713617"/>
                  <a:pt x="4426735" y="709945"/>
                </a:cubicBezTo>
                <a:cubicBezTo>
                  <a:pt x="4408245" y="706274"/>
                  <a:pt x="4389120" y="707441"/>
                  <a:pt x="4371213" y="713333"/>
                </a:cubicBezTo>
                <a:lnTo>
                  <a:pt x="4292346" y="739146"/>
                </a:lnTo>
                <a:cubicBezTo>
                  <a:pt x="4271677" y="745914"/>
                  <a:pt x="4249461" y="746376"/>
                  <a:pt x="4228529" y="740472"/>
                </a:cubicBezTo>
                <a:cubicBezTo>
                  <a:pt x="4207596" y="734569"/>
                  <a:pt x="4188895" y="722569"/>
                  <a:pt x="4174807" y="705999"/>
                </a:cubicBezTo>
                <a:lnTo>
                  <a:pt x="4058222" y="568839"/>
                </a:lnTo>
                <a:moveTo>
                  <a:pt x="0" y="1371599"/>
                </a:moveTo>
                <a:lnTo>
                  <a:pt x="6057900" y="1371599"/>
                </a:lnTo>
                <a:moveTo>
                  <a:pt x="5943600" y="1371599"/>
                </a:moveTo>
                <a:lnTo>
                  <a:pt x="5943600" y="1200149"/>
                </a:lnTo>
                <a:moveTo>
                  <a:pt x="5600700" y="876299"/>
                </a:moveTo>
                <a:lnTo>
                  <a:pt x="5600700" y="1371599"/>
                </a:lnTo>
                <a:moveTo>
                  <a:pt x="5257800" y="571499"/>
                </a:moveTo>
                <a:lnTo>
                  <a:pt x="5257800" y="1371599"/>
                </a:lnTo>
                <a:moveTo>
                  <a:pt x="1371600" y="571499"/>
                </a:moveTo>
                <a:lnTo>
                  <a:pt x="1371600" y="1371599"/>
                </a:lnTo>
                <a:moveTo>
                  <a:pt x="800100" y="571499"/>
                </a:moveTo>
                <a:lnTo>
                  <a:pt x="800100" y="1371599"/>
                </a:lnTo>
                <a:moveTo>
                  <a:pt x="455865" y="914399"/>
                </a:moveTo>
                <a:lnTo>
                  <a:pt x="455865" y="1371599"/>
                </a:lnTo>
                <a:moveTo>
                  <a:pt x="5029200" y="1371599"/>
                </a:moveTo>
                <a:lnTo>
                  <a:pt x="5029200" y="1200149"/>
                </a:lnTo>
                <a:moveTo>
                  <a:pt x="3086100" y="1371599"/>
                </a:moveTo>
                <a:lnTo>
                  <a:pt x="3086100" y="1200149"/>
                </a:lnTo>
                <a:moveTo>
                  <a:pt x="2857500" y="1371599"/>
                </a:moveTo>
                <a:lnTo>
                  <a:pt x="2857500" y="1200149"/>
                </a:lnTo>
                <a:moveTo>
                  <a:pt x="2628900" y="1371599"/>
                </a:moveTo>
                <a:lnTo>
                  <a:pt x="2628900" y="1200149"/>
                </a:lnTo>
                <a:moveTo>
                  <a:pt x="1028700" y="1371599"/>
                </a:moveTo>
                <a:lnTo>
                  <a:pt x="1028700" y="1200149"/>
                </a:lnTo>
                <a:moveTo>
                  <a:pt x="114300" y="1371599"/>
                </a:moveTo>
                <a:lnTo>
                  <a:pt x="114300" y="1200149"/>
                </a:lnTo>
                <a:moveTo>
                  <a:pt x="3714750" y="764190"/>
                </a:moveTo>
                <a:lnTo>
                  <a:pt x="3714750" y="685799"/>
                </a:lnTo>
                <a:moveTo>
                  <a:pt x="4515326" y="171164"/>
                </a:moveTo>
                <a:lnTo>
                  <a:pt x="4343400" y="171164"/>
                </a:lnTo>
                <a:lnTo>
                  <a:pt x="4343400" y="57150"/>
                </a:lnTo>
                <a:lnTo>
                  <a:pt x="4515326" y="57150"/>
                </a:lnTo>
                <a:lnTo>
                  <a:pt x="4486751" y="114204"/>
                </a:lnTo>
                <a:close/>
                <a:moveTo>
                  <a:pt x="4343400" y="0"/>
                </a:moveTo>
                <a:lnTo>
                  <a:pt x="4343400" y="391953"/>
                </a:lnTo>
                <a:moveTo>
                  <a:pt x="2714624" y="485775"/>
                </a:moveTo>
                <a:cubicBezTo>
                  <a:pt x="2735667" y="485775"/>
                  <a:pt x="2752724" y="468716"/>
                  <a:pt x="2752724" y="447675"/>
                </a:cubicBezTo>
                <a:cubicBezTo>
                  <a:pt x="2752724" y="426633"/>
                  <a:pt x="2735667" y="409575"/>
                  <a:pt x="2714624" y="409575"/>
                </a:cubicBezTo>
                <a:cubicBezTo>
                  <a:pt x="2693583" y="409575"/>
                  <a:pt x="2676524" y="426633"/>
                  <a:pt x="2676524" y="447675"/>
                </a:cubicBezTo>
                <a:cubicBezTo>
                  <a:pt x="2676524" y="468716"/>
                  <a:pt x="2693583" y="485775"/>
                  <a:pt x="2714624" y="485775"/>
                </a:cubicBezTo>
                <a:close/>
                <a:moveTo>
                  <a:pt x="2695003" y="517773"/>
                </a:moveTo>
                <a:lnTo>
                  <a:pt x="2695003" y="583305"/>
                </a:lnTo>
                <a:cubicBezTo>
                  <a:pt x="2694984" y="584869"/>
                  <a:pt x="2695417" y="586405"/>
                  <a:pt x="2696253" y="587728"/>
                </a:cubicBezTo>
                <a:cubicBezTo>
                  <a:pt x="2697088" y="589051"/>
                  <a:pt x="2698288" y="590104"/>
                  <a:pt x="2699709" y="590758"/>
                </a:cubicBezTo>
                <a:cubicBezTo>
                  <a:pt x="2701130" y="591413"/>
                  <a:pt x="2702710" y="591643"/>
                  <a:pt x="2704258" y="591418"/>
                </a:cubicBezTo>
                <a:cubicBezTo>
                  <a:pt x="2705806" y="591194"/>
                  <a:pt x="2707257" y="590527"/>
                  <a:pt x="2708433" y="589496"/>
                </a:cubicBezTo>
                <a:lnTo>
                  <a:pt x="2755201" y="549682"/>
                </a:lnTo>
                <a:moveTo>
                  <a:pt x="2662428" y="621133"/>
                </a:moveTo>
                <a:lnTo>
                  <a:pt x="2662428" y="645994"/>
                </a:lnTo>
                <a:cubicBezTo>
                  <a:pt x="2662403" y="649264"/>
                  <a:pt x="2663278" y="652478"/>
                  <a:pt x="2664958" y="655284"/>
                </a:cubicBezTo>
                <a:cubicBezTo>
                  <a:pt x="2666638" y="658089"/>
                  <a:pt x="2669059" y="660379"/>
                  <a:pt x="2671953" y="661900"/>
                </a:cubicBezTo>
                <a:cubicBezTo>
                  <a:pt x="2695671" y="674092"/>
                  <a:pt x="2755678" y="715526"/>
                  <a:pt x="2767203" y="826683"/>
                </a:cubicBezTo>
                <a:moveTo>
                  <a:pt x="2656616" y="510152"/>
                </a:moveTo>
                <a:cubicBezTo>
                  <a:pt x="2635944" y="543546"/>
                  <a:pt x="2624020" y="581612"/>
                  <a:pt x="2621945" y="620832"/>
                </a:cubicBezTo>
                <a:cubicBezTo>
                  <a:pt x="2621843" y="623556"/>
                  <a:pt x="2621103" y="626220"/>
                  <a:pt x="2619786" y="628606"/>
                </a:cubicBezTo>
                <a:cubicBezTo>
                  <a:pt x="2618469" y="630993"/>
                  <a:pt x="2616609" y="633037"/>
                  <a:pt x="2614359" y="634574"/>
                </a:cubicBezTo>
                <a:cubicBezTo>
                  <a:pt x="2612108" y="636111"/>
                  <a:pt x="2609527" y="637100"/>
                  <a:pt x="2606825" y="637459"/>
                </a:cubicBezTo>
                <a:cubicBezTo>
                  <a:pt x="2604123" y="637819"/>
                  <a:pt x="2601374" y="637540"/>
                  <a:pt x="2598799" y="636645"/>
                </a:cubicBezTo>
                <a:cubicBezTo>
                  <a:pt x="2589222" y="633428"/>
                  <a:pt x="2580312" y="628489"/>
                  <a:pt x="2572510" y="622071"/>
                </a:cubicBezTo>
                <a:cubicBezTo>
                  <a:pt x="2565984" y="616406"/>
                  <a:pt x="2561432" y="608810"/>
                  <a:pt x="2559514" y="600384"/>
                </a:cubicBezTo>
                <a:cubicBezTo>
                  <a:pt x="2557595" y="591957"/>
                  <a:pt x="2558411" y="583139"/>
                  <a:pt x="2561842" y="575208"/>
                </a:cubicBezTo>
                <a:cubicBezTo>
                  <a:pt x="2572891" y="549300"/>
                  <a:pt x="2594227" y="506723"/>
                  <a:pt x="2623850" y="482148"/>
                </a:cubicBezTo>
                <a:cubicBezTo>
                  <a:pt x="2626117" y="480283"/>
                  <a:pt x="2628962" y="479263"/>
                  <a:pt x="2631899" y="479263"/>
                </a:cubicBezTo>
                <a:cubicBezTo>
                  <a:pt x="2634834" y="479263"/>
                  <a:pt x="2637680" y="480283"/>
                  <a:pt x="2639947" y="482148"/>
                </a:cubicBezTo>
                <a:lnTo>
                  <a:pt x="2654044" y="494055"/>
                </a:lnTo>
                <a:cubicBezTo>
                  <a:pt x="2656332" y="495983"/>
                  <a:pt x="2657850" y="498670"/>
                  <a:pt x="2658322" y="501625"/>
                </a:cubicBezTo>
                <a:cubicBezTo>
                  <a:pt x="2658795" y="504580"/>
                  <a:pt x="2658189" y="507607"/>
                  <a:pt x="2656616" y="510152"/>
                </a:cubicBezTo>
                <a:close/>
                <a:moveTo>
                  <a:pt x="2593087" y="806859"/>
                </a:moveTo>
                <a:lnTo>
                  <a:pt x="2662429" y="704180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857625" y="4532917"/>
            <a:ext cx="1343025" cy="239755"/>
          </a:xfrm>
          <a:custGeom>
            <a:avLst/>
            <a:gdLst/>
            <a:ahLst/>
            <a:cxnLst/>
            <a:rect l="0" t="0" r="0" b="0"/>
            <a:pathLst>
              <a:path w="1343025" h="239755">
                <a:moveTo>
                  <a:pt x="0" y="13756"/>
                </a:moveTo>
                <a:cubicBezTo>
                  <a:pt x="150354" y="66915"/>
                  <a:pt x="729535" y="239755"/>
                  <a:pt x="1343025" y="0"/>
                </a:cubicBezTo>
              </a:path>
            </a:pathLst>
          </a:custGeom>
          <a:noFill/>
          <a:ln w="14287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86965" y="1267806"/>
            <a:ext cx="437014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Roboto"/>
              </a:rPr>
              <a:t>Whiteboard Infrastructure Modernization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3507" y="2463763"/>
            <a:ext cx="117942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484848"/>
                </a:solidFill>
                <a:latin typeface="Roboto"/>
              </a:rPr>
              <a:t>Legacy
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2699" y="2463762"/>
            <a:ext cx="998667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484848"/>
                </a:solidFill>
                <a:latin typeface="Roboto"/>
              </a:rPr>
              <a:t>AWS Cloud
Migration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1107" y="2463763"/>
            <a:ext cx="117942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484848"/>
                </a:solidFill>
                <a:latin typeface="Roboto"/>
              </a:rPr>
              <a:t>Modernized
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91594" y="3031042"/>
            <a:ext cx="1303200" cy="5142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484848"/>
                </a:solidFill>
                <a:latin typeface="Roboto"/>
              </a:rPr>
              <a:t>Scalability, security,
and performance
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2782" y="3031042"/>
            <a:ext cx="1198387" cy="5142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484848"/>
                </a:solidFill>
                <a:latin typeface="Roboto"/>
              </a:rPr>
              <a:t>Transform
infrastructure into
cloud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03189" y="3031056"/>
            <a:ext cx="1395250" cy="3428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484848"/>
                </a:solidFill>
                <a:latin typeface="Roboto"/>
              </a:rPr>
              <a:t>Scalable, secure, and
high-performance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375106" y="4374157"/>
            <a:ext cx="1165936" cy="1169926"/>
          </a:xfrm>
          <a:custGeom>
            <a:avLst/>
            <a:gdLst/>
            <a:ahLst/>
            <a:cxnLst/>
            <a:rect l="0" t="0" r="0" b="0"/>
            <a:pathLst>
              <a:path w="1165936" h="1169926">
                <a:moveTo>
                  <a:pt x="334843" y="1111144"/>
                </a:moveTo>
                <a:cubicBezTo>
                  <a:pt x="321565" y="1104497"/>
                  <a:pt x="314870" y="1101139"/>
                  <a:pt x="288847" y="1088100"/>
                </a:cubicBezTo>
                <a:lnTo>
                  <a:pt x="322710" y="920436"/>
                </a:lnTo>
                <a:cubicBezTo>
                  <a:pt x="311069" y="909609"/>
                  <a:pt x="303601" y="902661"/>
                  <a:pt x="296126" y="895713"/>
                </a:cubicBezTo>
                <a:cubicBezTo>
                  <a:pt x="288672" y="888778"/>
                  <a:pt x="281210" y="881837"/>
                  <a:pt x="269590" y="871032"/>
                </a:cubicBezTo>
                <a:lnTo>
                  <a:pt x="104469" y="916578"/>
                </a:lnTo>
                <a:cubicBezTo>
                  <a:pt x="97345" y="904600"/>
                  <a:pt x="92758" y="896886"/>
                  <a:pt x="89076" y="890696"/>
                </a:cubicBezTo>
                <a:cubicBezTo>
                  <a:pt x="81292" y="877615"/>
                  <a:pt x="77561" y="871341"/>
                  <a:pt x="62506" y="846035"/>
                </a:cubicBezTo>
                <a:lnTo>
                  <a:pt x="181827" y="723475"/>
                </a:lnTo>
                <a:lnTo>
                  <a:pt x="177535" y="706747"/>
                </a:lnTo>
                <a:cubicBezTo>
                  <a:pt x="172771" y="688171"/>
                  <a:pt x="170067" y="677633"/>
                  <a:pt x="163828" y="653318"/>
                </a:cubicBezTo>
                <a:lnTo>
                  <a:pt x="0" y="602453"/>
                </a:lnTo>
                <a:cubicBezTo>
                  <a:pt x="751" y="580814"/>
                  <a:pt x="1088" y="571161"/>
                  <a:pt x="1419" y="561501"/>
                </a:cubicBezTo>
                <a:cubicBezTo>
                  <a:pt x="1756" y="551855"/>
                  <a:pt x="2093" y="542202"/>
                  <a:pt x="2838" y="520563"/>
                </a:cubicBezTo>
                <a:lnTo>
                  <a:pt x="169771" y="482035"/>
                </a:lnTo>
                <a:cubicBezTo>
                  <a:pt x="174767" y="467008"/>
                  <a:pt x="177977" y="457362"/>
                  <a:pt x="181181" y="447716"/>
                </a:cubicBezTo>
                <a:cubicBezTo>
                  <a:pt x="184385" y="438070"/>
                  <a:pt x="187595" y="428423"/>
                  <a:pt x="192590" y="413396"/>
                </a:cubicBezTo>
                <a:lnTo>
                  <a:pt x="82079" y="282257"/>
                </a:lnTo>
                <a:cubicBezTo>
                  <a:pt x="94430" y="264490"/>
                  <a:pt x="99938" y="256565"/>
                  <a:pt x="105446" y="248640"/>
                </a:cubicBezTo>
                <a:cubicBezTo>
                  <a:pt x="110961" y="240715"/>
                  <a:pt x="116469" y="232790"/>
                  <a:pt x="128820" y="215023"/>
                </a:cubicBezTo>
                <a:lnTo>
                  <a:pt x="290365" y="272759"/>
                </a:lnTo>
                <a:cubicBezTo>
                  <a:pt x="306474" y="259818"/>
                  <a:pt x="315059" y="252926"/>
                  <a:pt x="325935" y="244186"/>
                </a:cubicBezTo>
                <a:cubicBezTo>
                  <a:pt x="331731" y="239521"/>
                  <a:pt x="338181" y="234343"/>
                  <a:pt x="346766" y="227444"/>
                </a:cubicBezTo>
                <a:lnTo>
                  <a:pt x="324656" y="57679"/>
                </a:lnTo>
                <a:cubicBezTo>
                  <a:pt x="356932" y="44373"/>
                  <a:pt x="360402" y="42947"/>
                  <a:pt x="381472" y="34263"/>
                </a:cubicBezTo>
                <a:cubicBezTo>
                  <a:pt x="386558" y="32169"/>
                  <a:pt x="392671" y="29647"/>
                  <a:pt x="400462" y="26444"/>
                </a:cubicBezTo>
                <a:lnTo>
                  <a:pt x="505332" y="162114"/>
                </a:lnTo>
                <a:lnTo>
                  <a:pt x="577407" y="154498"/>
                </a:lnTo>
                <a:lnTo>
                  <a:pt x="650711" y="0"/>
                </a:lnTo>
                <a:cubicBezTo>
                  <a:pt x="659107" y="1524"/>
                  <a:pt x="665669" y="2718"/>
                  <a:pt x="671127" y="3709"/>
                </a:cubicBezTo>
                <a:cubicBezTo>
                  <a:pt x="693427" y="7770"/>
                  <a:pt x="697199" y="8451"/>
                  <a:pt x="731512" y="14683"/>
                </a:cubicBezTo>
                <a:lnTo>
                  <a:pt x="746406" y="185207"/>
                </a:lnTo>
                <a:lnTo>
                  <a:pt x="811273" y="217714"/>
                </a:lnTo>
                <a:lnTo>
                  <a:pt x="956722" y="127534"/>
                </a:lnTo>
                <a:cubicBezTo>
                  <a:pt x="972614" y="142316"/>
                  <a:pt x="979703" y="148906"/>
                  <a:pt x="986792" y="155496"/>
                </a:cubicBezTo>
                <a:cubicBezTo>
                  <a:pt x="993887" y="162093"/>
                  <a:pt x="1000976" y="168690"/>
                  <a:pt x="1016868" y="183471"/>
                </a:cubicBezTo>
                <a:lnTo>
                  <a:pt x="937058" y="334717"/>
                </a:lnTo>
                <a:cubicBezTo>
                  <a:pt x="945165" y="348339"/>
                  <a:pt x="950371" y="357086"/>
                  <a:pt x="955570" y="365833"/>
                </a:cubicBezTo>
                <a:cubicBezTo>
                  <a:pt x="960790" y="374601"/>
                  <a:pt x="966003" y="383362"/>
                  <a:pt x="974125" y="397019"/>
                </a:cubicBezTo>
                <a:lnTo>
                  <a:pt x="1145548" y="399794"/>
                </a:lnTo>
                <a:lnTo>
                  <a:pt x="1165936" y="479225"/>
                </a:lnTo>
                <a:lnTo>
                  <a:pt x="1016763" y="563173"/>
                </a:lnTo>
                <a:cubicBezTo>
                  <a:pt x="1016130" y="581320"/>
                  <a:pt x="1015758" y="592020"/>
                  <a:pt x="1015350" y="603809"/>
                </a:cubicBezTo>
                <a:cubicBezTo>
                  <a:pt x="1015048" y="612598"/>
                  <a:pt x="1014725" y="621984"/>
                  <a:pt x="1014254" y="635501"/>
                </a:cubicBezTo>
                <a:lnTo>
                  <a:pt x="1157217" y="730339"/>
                </a:lnTo>
                <a:lnTo>
                  <a:pt x="1131370" y="808048"/>
                </a:lnTo>
                <a:lnTo>
                  <a:pt x="960200" y="798037"/>
                </a:lnTo>
                <a:cubicBezTo>
                  <a:pt x="952226" y="809509"/>
                  <a:pt x="946774" y="817357"/>
                  <a:pt x="941610" y="824776"/>
                </a:cubicBezTo>
                <a:cubicBezTo>
                  <a:pt x="935077" y="834169"/>
                  <a:pt x="929014" y="842888"/>
                  <a:pt x="918918" y="857416"/>
                </a:cubicBezTo>
                <a:lnTo>
                  <a:pt x="988028" y="1014212"/>
                </a:lnTo>
                <a:cubicBezTo>
                  <a:pt x="971153" y="1027779"/>
                  <a:pt x="963621" y="1033821"/>
                  <a:pt x="956090" y="1039870"/>
                </a:cubicBezTo>
                <a:cubicBezTo>
                  <a:pt x="948566" y="1045919"/>
                  <a:pt x="941034" y="1051968"/>
                  <a:pt x="924159" y="1065527"/>
                </a:cubicBezTo>
                <a:lnTo>
                  <a:pt x="785328" y="964746"/>
                </a:lnTo>
                <a:lnTo>
                  <a:pt x="718374" y="992335"/>
                </a:lnTo>
                <a:lnTo>
                  <a:pt x="691684" y="1161306"/>
                </a:lnTo>
                <a:lnTo>
                  <a:pt x="672800" y="1163301"/>
                </a:lnTo>
                <a:cubicBezTo>
                  <a:pt x="648709" y="1165844"/>
                  <a:pt x="645604" y="1166175"/>
                  <a:pt x="610076" y="1169926"/>
                </a:cubicBezTo>
                <a:lnTo>
                  <a:pt x="547675" y="1010362"/>
                </a:lnTo>
                <a:cubicBezTo>
                  <a:pt x="516805" y="1004763"/>
                  <a:pt x="507770" y="1003119"/>
                  <a:pt x="477434" y="997604"/>
                </a:cubicBezTo>
                <a:lnTo>
                  <a:pt x="476309" y="997604"/>
                </a:lnTo>
                <a:lnTo>
                  <a:pt x="362299" y="1124907"/>
                </a:lnTo>
                <a:lnTo>
                  <a:pt x="334843" y="1111144"/>
                </a:lnTo>
                <a:moveTo>
                  <a:pt x="712079" y="345888"/>
                </a:moveTo>
                <a:cubicBezTo>
                  <a:pt x="578833" y="279321"/>
                  <a:pt x="417035" y="333150"/>
                  <a:pt x="350693" y="466122"/>
                </a:cubicBezTo>
                <a:cubicBezTo>
                  <a:pt x="284351" y="599088"/>
                  <a:pt x="338588" y="760851"/>
                  <a:pt x="471834" y="827417"/>
                </a:cubicBezTo>
                <a:cubicBezTo>
                  <a:pt x="605073" y="893984"/>
                  <a:pt x="766878" y="840148"/>
                  <a:pt x="833221" y="707183"/>
                </a:cubicBezTo>
                <a:cubicBezTo>
                  <a:pt x="899563" y="574210"/>
                  <a:pt x="845326" y="412454"/>
                  <a:pt x="712079" y="345888"/>
                </a:cubicBezTo>
              </a:path>
            </a:pathLst>
          </a:custGeom>
          <a:solidFill>
            <a:srgbClr val="1FA9D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375106" y="4374157"/>
            <a:ext cx="1165934" cy="1169930"/>
          </a:xfrm>
          <a:custGeom>
            <a:avLst/>
            <a:gdLst/>
            <a:ahLst/>
            <a:cxnLst/>
            <a:rect l="0" t="0" r="0" b="0"/>
            <a:pathLst>
              <a:path w="1165934" h="1169930">
                <a:moveTo>
                  <a:pt x="334843" y="1111147"/>
                </a:moveTo>
                <a:cubicBezTo>
                  <a:pt x="321564" y="1104494"/>
                  <a:pt x="314870" y="1101140"/>
                  <a:pt x="288851" y="1088103"/>
                </a:cubicBezTo>
                <a:lnTo>
                  <a:pt x="288879" y="1088111"/>
                </a:lnTo>
                <a:lnTo>
                  <a:pt x="322707" y="920435"/>
                </a:lnTo>
                <a:cubicBezTo>
                  <a:pt x="311067" y="909608"/>
                  <a:pt x="303599" y="902662"/>
                  <a:pt x="296127" y="895711"/>
                </a:cubicBezTo>
                <a:cubicBezTo>
                  <a:pt x="288670" y="888775"/>
                  <a:pt x="281209" y="881834"/>
                  <a:pt x="269592" y="871029"/>
                </a:cubicBezTo>
                <a:lnTo>
                  <a:pt x="104468" y="916579"/>
                </a:lnTo>
                <a:cubicBezTo>
                  <a:pt x="97344" y="904601"/>
                  <a:pt x="92755" y="896886"/>
                  <a:pt x="89074" y="890696"/>
                </a:cubicBezTo>
                <a:cubicBezTo>
                  <a:pt x="81295" y="877614"/>
                  <a:pt x="77564" y="871341"/>
                  <a:pt x="62508" y="846035"/>
                </a:cubicBezTo>
                <a:lnTo>
                  <a:pt x="181824" y="723473"/>
                </a:lnTo>
                <a:lnTo>
                  <a:pt x="177534" y="706744"/>
                </a:lnTo>
                <a:cubicBezTo>
                  <a:pt x="172770" y="688169"/>
                  <a:pt x="170069" y="677635"/>
                  <a:pt x="163824" y="653316"/>
                </a:cubicBezTo>
                <a:lnTo>
                  <a:pt x="0" y="602454"/>
                </a:lnTo>
                <a:cubicBezTo>
                  <a:pt x="749" y="580811"/>
                  <a:pt x="1085" y="571158"/>
                  <a:pt x="1420" y="561504"/>
                </a:cubicBezTo>
                <a:cubicBezTo>
                  <a:pt x="1756" y="551852"/>
                  <a:pt x="2092" y="542199"/>
                  <a:pt x="2841" y="520562"/>
                </a:cubicBezTo>
                <a:lnTo>
                  <a:pt x="169771" y="482032"/>
                </a:lnTo>
                <a:cubicBezTo>
                  <a:pt x="174768" y="467006"/>
                  <a:pt x="177974" y="457360"/>
                  <a:pt x="181182" y="447714"/>
                </a:cubicBezTo>
                <a:cubicBezTo>
                  <a:pt x="184388" y="438068"/>
                  <a:pt x="187595" y="428422"/>
                  <a:pt x="192592" y="413397"/>
                </a:cubicBezTo>
                <a:lnTo>
                  <a:pt x="82075" y="282259"/>
                </a:lnTo>
                <a:cubicBezTo>
                  <a:pt x="94431" y="264492"/>
                  <a:pt x="99940" y="256566"/>
                  <a:pt x="105449" y="248642"/>
                </a:cubicBezTo>
                <a:cubicBezTo>
                  <a:pt x="110957" y="240716"/>
                  <a:pt x="116467" y="232790"/>
                  <a:pt x="128822" y="215024"/>
                </a:cubicBezTo>
                <a:lnTo>
                  <a:pt x="290365" y="272761"/>
                </a:lnTo>
                <a:cubicBezTo>
                  <a:pt x="306476" y="259821"/>
                  <a:pt x="315059" y="252924"/>
                  <a:pt x="325936" y="244183"/>
                </a:cubicBezTo>
                <a:cubicBezTo>
                  <a:pt x="331733" y="239524"/>
                  <a:pt x="338181" y="234343"/>
                  <a:pt x="346768" y="227444"/>
                </a:cubicBezTo>
                <a:lnTo>
                  <a:pt x="324654" y="57679"/>
                </a:lnTo>
                <a:cubicBezTo>
                  <a:pt x="356932" y="44375"/>
                  <a:pt x="360400" y="42946"/>
                  <a:pt x="381473" y="34264"/>
                </a:cubicBezTo>
                <a:cubicBezTo>
                  <a:pt x="386559" y="32169"/>
                  <a:pt x="392671" y="29651"/>
                  <a:pt x="400463" y="26441"/>
                </a:cubicBezTo>
                <a:lnTo>
                  <a:pt x="505331" y="162115"/>
                </a:lnTo>
                <a:lnTo>
                  <a:pt x="577408" y="154498"/>
                </a:lnTo>
                <a:lnTo>
                  <a:pt x="650713" y="0"/>
                </a:lnTo>
                <a:cubicBezTo>
                  <a:pt x="659105" y="1525"/>
                  <a:pt x="665669" y="2719"/>
                  <a:pt x="671125" y="3712"/>
                </a:cubicBezTo>
                <a:cubicBezTo>
                  <a:pt x="693427" y="7767"/>
                  <a:pt x="697196" y="8453"/>
                  <a:pt x="731512" y="14686"/>
                </a:cubicBezTo>
                <a:lnTo>
                  <a:pt x="746403" y="185210"/>
                </a:lnTo>
                <a:lnTo>
                  <a:pt x="811271" y="217717"/>
                </a:lnTo>
                <a:lnTo>
                  <a:pt x="956724" y="127536"/>
                </a:lnTo>
                <a:cubicBezTo>
                  <a:pt x="972616" y="142314"/>
                  <a:pt x="979706" y="148906"/>
                  <a:pt x="986795" y="155499"/>
                </a:cubicBezTo>
                <a:cubicBezTo>
                  <a:pt x="993885" y="162093"/>
                  <a:pt x="1000973" y="168687"/>
                  <a:pt x="1016865" y="183471"/>
                </a:cubicBezTo>
                <a:lnTo>
                  <a:pt x="937060" y="334714"/>
                </a:lnTo>
                <a:cubicBezTo>
                  <a:pt x="945162" y="348338"/>
                  <a:pt x="950369" y="357090"/>
                  <a:pt x="955572" y="365834"/>
                </a:cubicBezTo>
                <a:cubicBezTo>
                  <a:pt x="960789" y="374602"/>
                  <a:pt x="966002" y="383363"/>
                  <a:pt x="974124" y="397021"/>
                </a:cubicBezTo>
                <a:lnTo>
                  <a:pt x="1145547" y="399793"/>
                </a:lnTo>
                <a:lnTo>
                  <a:pt x="1165934" y="479228"/>
                </a:lnTo>
                <a:lnTo>
                  <a:pt x="1016763" y="563173"/>
                </a:lnTo>
                <a:cubicBezTo>
                  <a:pt x="1016132" y="581320"/>
                  <a:pt x="1015761" y="592023"/>
                  <a:pt x="1015353" y="603811"/>
                </a:cubicBezTo>
                <a:cubicBezTo>
                  <a:pt x="1015049" y="612595"/>
                  <a:pt x="1014724" y="621981"/>
                  <a:pt x="1014255" y="635500"/>
                </a:cubicBezTo>
                <a:lnTo>
                  <a:pt x="1157215" y="730341"/>
                </a:lnTo>
                <a:lnTo>
                  <a:pt x="1131373" y="808047"/>
                </a:lnTo>
                <a:lnTo>
                  <a:pt x="960204" y="798035"/>
                </a:lnTo>
                <a:cubicBezTo>
                  <a:pt x="952227" y="809507"/>
                  <a:pt x="946771" y="817355"/>
                  <a:pt x="941609" y="824777"/>
                </a:cubicBezTo>
                <a:cubicBezTo>
                  <a:pt x="935076" y="834173"/>
                  <a:pt x="929015" y="842887"/>
                  <a:pt x="918919" y="857414"/>
                </a:cubicBezTo>
                <a:lnTo>
                  <a:pt x="988027" y="1014214"/>
                </a:lnTo>
                <a:cubicBezTo>
                  <a:pt x="971149" y="1027776"/>
                  <a:pt x="963621" y="1033824"/>
                  <a:pt x="956092" y="1039872"/>
                </a:cubicBezTo>
                <a:cubicBezTo>
                  <a:pt x="948564" y="1045920"/>
                  <a:pt x="941035" y="1051968"/>
                  <a:pt x="924158" y="1065530"/>
                </a:cubicBezTo>
                <a:lnTo>
                  <a:pt x="785330" y="964742"/>
                </a:lnTo>
                <a:lnTo>
                  <a:pt x="718372" y="992332"/>
                </a:lnTo>
                <a:lnTo>
                  <a:pt x="691688" y="1161309"/>
                </a:lnTo>
                <a:lnTo>
                  <a:pt x="672797" y="1163303"/>
                </a:lnTo>
                <a:cubicBezTo>
                  <a:pt x="648710" y="1165845"/>
                  <a:pt x="645605" y="1166173"/>
                  <a:pt x="610078" y="1169930"/>
                </a:cubicBezTo>
                <a:lnTo>
                  <a:pt x="547676" y="1010364"/>
                </a:lnTo>
                <a:cubicBezTo>
                  <a:pt x="516802" y="1004759"/>
                  <a:pt x="507767" y="1003117"/>
                  <a:pt x="477437" y="997603"/>
                </a:cubicBezTo>
                <a:lnTo>
                  <a:pt x="476306" y="997397"/>
                </a:lnTo>
                <a:lnTo>
                  <a:pt x="362299" y="1124904"/>
                </a:lnTo>
                <a:lnTo>
                  <a:pt x="334843" y="1111147"/>
                </a:lnTo>
                <a:close/>
                <a:moveTo>
                  <a:pt x="712079" y="345886"/>
                </a:moveTo>
                <a:cubicBezTo>
                  <a:pt x="578836" y="279321"/>
                  <a:pt x="417035" y="333152"/>
                  <a:pt x="350694" y="466121"/>
                </a:cubicBezTo>
                <a:cubicBezTo>
                  <a:pt x="284353" y="599090"/>
                  <a:pt x="338589" y="760851"/>
                  <a:pt x="471833" y="827417"/>
                </a:cubicBezTo>
                <a:cubicBezTo>
                  <a:pt x="605076" y="893984"/>
                  <a:pt x="766877" y="840151"/>
                  <a:pt x="833218" y="707183"/>
                </a:cubicBezTo>
                <a:cubicBezTo>
                  <a:pt x="899559" y="574213"/>
                  <a:pt x="845323" y="412452"/>
                  <a:pt x="712079" y="345886"/>
                </a:cubicBezTo>
                <a:close/>
              </a:path>
            </a:pathLst>
          </a:custGeom>
          <a:noFill/>
          <a:ln w="1053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439460" y="2766715"/>
            <a:ext cx="1165662" cy="1178525"/>
          </a:xfrm>
          <a:custGeom>
            <a:avLst/>
            <a:gdLst/>
            <a:ahLst/>
            <a:cxnLst/>
            <a:rect l="0" t="0" r="0" b="0"/>
            <a:pathLst>
              <a:path w="1165662" h="1178525">
                <a:moveTo>
                  <a:pt x="1156634" y="743708"/>
                </a:moveTo>
                <a:cubicBezTo>
                  <a:pt x="1152419" y="758033"/>
                  <a:pt x="1150290" y="765249"/>
                  <a:pt x="1142035" y="793316"/>
                </a:cubicBezTo>
                <a:lnTo>
                  <a:pt x="969966" y="790182"/>
                </a:lnTo>
                <a:cubicBezTo>
                  <a:pt x="961324" y="803636"/>
                  <a:pt x="955781" y="812270"/>
                  <a:pt x="950238" y="820912"/>
                </a:cubicBezTo>
                <a:cubicBezTo>
                  <a:pt x="944702" y="829532"/>
                  <a:pt x="939159" y="838160"/>
                  <a:pt x="930538" y="851592"/>
                </a:cubicBezTo>
                <a:lnTo>
                  <a:pt x="1005142" y="1006512"/>
                </a:lnTo>
                <a:cubicBezTo>
                  <a:pt x="994555" y="1015716"/>
                  <a:pt x="987733" y="1021645"/>
                  <a:pt x="982260" y="1026402"/>
                </a:cubicBezTo>
                <a:cubicBezTo>
                  <a:pt x="970696" y="1036455"/>
                  <a:pt x="965153" y="1041275"/>
                  <a:pt x="942791" y="1060728"/>
                </a:cubicBezTo>
                <a:lnTo>
                  <a:pt x="800116" y="964991"/>
                </a:lnTo>
                <a:lnTo>
                  <a:pt x="784316" y="972256"/>
                </a:lnTo>
                <a:cubicBezTo>
                  <a:pt x="766780" y="980321"/>
                  <a:pt x="756832" y="984895"/>
                  <a:pt x="733865" y="995461"/>
                </a:cubicBezTo>
                <a:lnTo>
                  <a:pt x="712775" y="1166526"/>
                </a:lnTo>
                <a:cubicBezTo>
                  <a:pt x="691213" y="1169701"/>
                  <a:pt x="681596" y="1171114"/>
                  <a:pt x="671971" y="1172526"/>
                </a:cubicBezTo>
                <a:cubicBezTo>
                  <a:pt x="662360" y="1173938"/>
                  <a:pt x="652742" y="1175357"/>
                  <a:pt x="631180" y="1178525"/>
                </a:cubicBezTo>
                <a:lnTo>
                  <a:pt x="563208" y="1020556"/>
                </a:lnTo>
                <a:cubicBezTo>
                  <a:pt x="547436" y="1018329"/>
                  <a:pt x="537312" y="1016910"/>
                  <a:pt x="527188" y="1015484"/>
                </a:cubicBezTo>
                <a:cubicBezTo>
                  <a:pt x="517065" y="1014058"/>
                  <a:pt x="506941" y="1012639"/>
                  <a:pt x="491168" y="1010411"/>
                </a:cubicBezTo>
                <a:lnTo>
                  <a:pt x="381071" y="1143321"/>
                </a:lnTo>
                <a:cubicBezTo>
                  <a:pt x="361273" y="1134328"/>
                  <a:pt x="352442" y="1130316"/>
                  <a:pt x="343611" y="1126305"/>
                </a:cubicBezTo>
                <a:cubicBezTo>
                  <a:pt x="334780" y="1122293"/>
                  <a:pt x="325949" y="1118282"/>
                  <a:pt x="306144" y="1109289"/>
                </a:cubicBezTo>
                <a:lnTo>
                  <a:pt x="334450" y="939236"/>
                </a:lnTo>
                <a:cubicBezTo>
                  <a:pt x="318762" y="925655"/>
                  <a:pt x="310402" y="918419"/>
                  <a:pt x="299800" y="909251"/>
                </a:cubicBezTo>
                <a:cubicBezTo>
                  <a:pt x="294151" y="904368"/>
                  <a:pt x="287871" y="898930"/>
                  <a:pt x="279503" y="891701"/>
                </a:cubicBezTo>
                <a:lnTo>
                  <a:pt x="115366" y="944238"/>
                </a:lnTo>
                <a:cubicBezTo>
                  <a:pt x="96425" y="914752"/>
                  <a:pt x="94388" y="911583"/>
                  <a:pt x="82030" y="892333"/>
                </a:cubicBezTo>
                <a:cubicBezTo>
                  <a:pt x="79044" y="887690"/>
                  <a:pt x="75461" y="882104"/>
                  <a:pt x="70887" y="874987"/>
                </a:cubicBezTo>
                <a:lnTo>
                  <a:pt x="186492" y="746835"/>
                </a:lnTo>
                <a:lnTo>
                  <a:pt x="166076" y="677001"/>
                </a:lnTo>
                <a:lnTo>
                  <a:pt x="0" y="632501"/>
                </a:lnTo>
                <a:cubicBezTo>
                  <a:pt x="14" y="623937"/>
                  <a:pt x="21" y="617235"/>
                  <a:pt x="28" y="611663"/>
                </a:cubicBezTo>
                <a:cubicBezTo>
                  <a:pt x="63" y="588894"/>
                  <a:pt x="63" y="585044"/>
                  <a:pt x="105" y="550014"/>
                </a:cubicBezTo>
                <a:lnTo>
                  <a:pt x="166287" y="504468"/>
                </a:lnTo>
                <a:lnTo>
                  <a:pt x="186886" y="434494"/>
                </a:lnTo>
                <a:lnTo>
                  <a:pt x="71604" y="307085"/>
                </a:lnTo>
                <a:cubicBezTo>
                  <a:pt x="83400" y="288714"/>
                  <a:pt x="88662" y="280515"/>
                  <a:pt x="93924" y="272316"/>
                </a:cubicBezTo>
                <a:cubicBezTo>
                  <a:pt x="99186" y="264117"/>
                  <a:pt x="104448" y="255926"/>
                  <a:pt x="116244" y="237547"/>
                </a:cubicBezTo>
                <a:lnTo>
                  <a:pt x="280255" y="289058"/>
                </a:lnTo>
                <a:cubicBezTo>
                  <a:pt x="292297" y="278590"/>
                  <a:pt x="300032" y="271859"/>
                  <a:pt x="307760" y="265136"/>
                </a:cubicBezTo>
                <a:cubicBezTo>
                  <a:pt x="315516" y="258399"/>
                  <a:pt x="323258" y="251661"/>
                  <a:pt x="335328" y="241165"/>
                </a:cubicBezTo>
                <a:lnTo>
                  <a:pt x="307444" y="71288"/>
                </a:lnTo>
                <a:lnTo>
                  <a:pt x="382455" y="36785"/>
                </a:lnTo>
                <a:lnTo>
                  <a:pt x="492222" y="168999"/>
                </a:lnTo>
                <a:cubicBezTo>
                  <a:pt x="510306" y="166343"/>
                  <a:pt x="520971" y="164769"/>
                  <a:pt x="532717" y="163048"/>
                </a:cubicBezTo>
                <a:cubicBezTo>
                  <a:pt x="541464" y="161755"/>
                  <a:pt x="550815" y="160378"/>
                  <a:pt x="564290" y="158397"/>
                </a:cubicBezTo>
                <a:lnTo>
                  <a:pt x="632649" y="0"/>
                </a:lnTo>
                <a:lnTo>
                  <a:pt x="714208" y="11486"/>
                </a:lnTo>
                <a:lnTo>
                  <a:pt x="734877" y="182417"/>
                </a:lnTo>
                <a:cubicBezTo>
                  <a:pt x="747664" y="188228"/>
                  <a:pt x="756403" y="192197"/>
                  <a:pt x="764679" y="195956"/>
                </a:cubicBezTo>
                <a:cubicBezTo>
                  <a:pt x="775148" y="200712"/>
                  <a:pt x="784857" y="205124"/>
                  <a:pt x="801051" y="212480"/>
                </a:cubicBezTo>
                <a:lnTo>
                  <a:pt x="943957" y="115843"/>
                </a:lnTo>
                <a:cubicBezTo>
                  <a:pt x="960397" y="130070"/>
                  <a:pt x="967731" y="136414"/>
                  <a:pt x="975066" y="142758"/>
                </a:cubicBezTo>
                <a:cubicBezTo>
                  <a:pt x="982401" y="149102"/>
                  <a:pt x="989735" y="155446"/>
                  <a:pt x="1006175" y="169673"/>
                </a:cubicBezTo>
                <a:lnTo>
                  <a:pt x="931185" y="325071"/>
                </a:lnTo>
                <a:lnTo>
                  <a:pt x="970464" y="386235"/>
                </a:lnTo>
                <a:lnTo>
                  <a:pt x="1142548" y="382055"/>
                </a:lnTo>
                <a:lnTo>
                  <a:pt x="1147894" y="400356"/>
                </a:lnTo>
                <a:cubicBezTo>
                  <a:pt x="1154716" y="423695"/>
                  <a:pt x="1155594" y="426702"/>
                  <a:pt x="1165662" y="461127"/>
                </a:cubicBezTo>
                <a:lnTo>
                  <a:pt x="1018821" y="551637"/>
                </a:lnTo>
                <a:cubicBezTo>
                  <a:pt x="1018786" y="583154"/>
                  <a:pt x="1018772" y="592378"/>
                  <a:pt x="1018730" y="623347"/>
                </a:cubicBezTo>
                <a:lnTo>
                  <a:pt x="1018730" y="624499"/>
                </a:lnTo>
                <a:lnTo>
                  <a:pt x="1165346" y="714089"/>
                </a:lnTo>
                <a:lnTo>
                  <a:pt x="1156634" y="743708"/>
                </a:lnTo>
                <a:moveTo>
                  <a:pt x="331513" y="509329"/>
                </a:moveTo>
                <a:cubicBezTo>
                  <a:pt x="289409" y="653023"/>
                  <a:pt x="371622" y="803158"/>
                  <a:pt x="515133" y="844665"/>
                </a:cubicBezTo>
                <a:cubicBezTo>
                  <a:pt x="658643" y="886172"/>
                  <a:pt x="809116" y="803341"/>
                  <a:pt x="851220" y="659648"/>
                </a:cubicBezTo>
                <a:cubicBezTo>
                  <a:pt x="893331" y="515962"/>
                  <a:pt x="811118" y="365826"/>
                  <a:pt x="667608" y="324319"/>
                </a:cubicBezTo>
                <a:cubicBezTo>
                  <a:pt x="524097" y="282805"/>
                  <a:pt x="373617" y="365643"/>
                  <a:pt x="331513" y="509329"/>
                </a:cubicBezTo>
              </a:path>
            </a:pathLst>
          </a:custGeom>
          <a:solidFill>
            <a:srgbClr val="3BC48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439460" y="2766715"/>
            <a:ext cx="1165662" cy="1178525"/>
          </a:xfrm>
          <a:custGeom>
            <a:avLst/>
            <a:gdLst/>
            <a:ahLst/>
            <a:cxnLst/>
            <a:rect l="0" t="0" r="0" b="0"/>
            <a:pathLst>
              <a:path w="1165662" h="1178525">
                <a:moveTo>
                  <a:pt x="1156632" y="743708"/>
                </a:moveTo>
                <a:cubicBezTo>
                  <a:pt x="1152417" y="758031"/>
                  <a:pt x="1150293" y="765252"/>
                  <a:pt x="1142032" y="793317"/>
                </a:cubicBezTo>
                <a:lnTo>
                  <a:pt x="1142036" y="793288"/>
                </a:lnTo>
                <a:lnTo>
                  <a:pt x="969967" y="790179"/>
                </a:lnTo>
                <a:cubicBezTo>
                  <a:pt x="961327" y="803638"/>
                  <a:pt x="955783" y="812273"/>
                  <a:pt x="950236" y="820912"/>
                </a:cubicBezTo>
                <a:cubicBezTo>
                  <a:pt x="944700" y="829534"/>
                  <a:pt x="939161" y="838161"/>
                  <a:pt x="930538" y="851593"/>
                </a:cubicBezTo>
                <a:lnTo>
                  <a:pt x="1005140" y="1006511"/>
                </a:lnTo>
                <a:cubicBezTo>
                  <a:pt x="994553" y="1015716"/>
                  <a:pt x="987734" y="1021644"/>
                  <a:pt x="982262" y="1026401"/>
                </a:cubicBezTo>
                <a:cubicBezTo>
                  <a:pt x="970700" y="1036452"/>
                  <a:pt x="965155" y="1041273"/>
                  <a:pt x="942789" y="1060725"/>
                </a:cubicBezTo>
                <a:lnTo>
                  <a:pt x="800117" y="964991"/>
                </a:lnTo>
                <a:lnTo>
                  <a:pt x="784319" y="972255"/>
                </a:lnTo>
                <a:cubicBezTo>
                  <a:pt x="766779" y="980320"/>
                  <a:pt x="756831" y="984894"/>
                  <a:pt x="733867" y="995461"/>
                </a:cubicBezTo>
                <a:lnTo>
                  <a:pt x="712775" y="1166527"/>
                </a:lnTo>
                <a:cubicBezTo>
                  <a:pt x="691211" y="1169699"/>
                  <a:pt x="681593" y="1171112"/>
                  <a:pt x="671974" y="1172526"/>
                </a:cubicBezTo>
                <a:cubicBezTo>
                  <a:pt x="662358" y="1173939"/>
                  <a:pt x="652740" y="1175353"/>
                  <a:pt x="631182" y="1178525"/>
                </a:cubicBezTo>
                <a:lnTo>
                  <a:pt x="563208" y="1020553"/>
                </a:lnTo>
                <a:cubicBezTo>
                  <a:pt x="547437" y="1018332"/>
                  <a:pt x="537314" y="1016908"/>
                  <a:pt x="527190" y="1015483"/>
                </a:cubicBezTo>
                <a:cubicBezTo>
                  <a:pt x="517065" y="1014059"/>
                  <a:pt x="506942" y="1012635"/>
                  <a:pt x="491172" y="1010414"/>
                </a:cubicBezTo>
                <a:lnTo>
                  <a:pt x="381072" y="1143321"/>
                </a:lnTo>
                <a:cubicBezTo>
                  <a:pt x="361271" y="1134325"/>
                  <a:pt x="352440" y="1130315"/>
                  <a:pt x="343608" y="1126305"/>
                </a:cubicBezTo>
                <a:cubicBezTo>
                  <a:pt x="334777" y="1122295"/>
                  <a:pt x="325946" y="1118284"/>
                  <a:pt x="306146" y="1109288"/>
                </a:cubicBezTo>
                <a:lnTo>
                  <a:pt x="334453" y="939233"/>
                </a:lnTo>
                <a:cubicBezTo>
                  <a:pt x="318763" y="925655"/>
                  <a:pt x="310400" y="918421"/>
                  <a:pt x="299802" y="909254"/>
                </a:cubicBezTo>
                <a:cubicBezTo>
                  <a:pt x="294154" y="904369"/>
                  <a:pt x="287871" y="898934"/>
                  <a:pt x="279506" y="891698"/>
                </a:cubicBezTo>
                <a:lnTo>
                  <a:pt x="115365" y="944241"/>
                </a:lnTo>
                <a:cubicBezTo>
                  <a:pt x="96425" y="914754"/>
                  <a:pt x="94390" y="911585"/>
                  <a:pt x="82030" y="892334"/>
                </a:cubicBezTo>
                <a:cubicBezTo>
                  <a:pt x="79046" y="887687"/>
                  <a:pt x="75460" y="882103"/>
                  <a:pt x="70890" y="874985"/>
                </a:cubicBezTo>
                <a:lnTo>
                  <a:pt x="186492" y="746838"/>
                </a:lnTo>
                <a:lnTo>
                  <a:pt x="166073" y="676999"/>
                </a:lnTo>
                <a:lnTo>
                  <a:pt x="0" y="632502"/>
                </a:lnTo>
                <a:cubicBezTo>
                  <a:pt x="11" y="623933"/>
                  <a:pt x="21" y="617232"/>
                  <a:pt x="28" y="611662"/>
                </a:cubicBezTo>
                <a:cubicBezTo>
                  <a:pt x="59" y="588893"/>
                  <a:pt x="65" y="585045"/>
                  <a:pt x="106" y="550012"/>
                </a:cubicBezTo>
                <a:lnTo>
                  <a:pt x="166290" y="504468"/>
                </a:lnTo>
                <a:lnTo>
                  <a:pt x="186886" y="434497"/>
                </a:lnTo>
                <a:lnTo>
                  <a:pt x="71607" y="307084"/>
                </a:lnTo>
                <a:cubicBezTo>
                  <a:pt x="83400" y="288710"/>
                  <a:pt x="88660" y="280513"/>
                  <a:pt x="93922" y="272316"/>
                </a:cubicBezTo>
                <a:cubicBezTo>
                  <a:pt x="99185" y="264119"/>
                  <a:pt x="104447" y="255922"/>
                  <a:pt x="116246" y="237547"/>
                </a:cubicBezTo>
                <a:lnTo>
                  <a:pt x="280257" y="289056"/>
                </a:lnTo>
                <a:cubicBezTo>
                  <a:pt x="292299" y="278587"/>
                  <a:pt x="300034" y="271860"/>
                  <a:pt x="307763" y="265137"/>
                </a:cubicBezTo>
                <a:cubicBezTo>
                  <a:pt x="315513" y="258399"/>
                  <a:pt x="323256" y="251664"/>
                  <a:pt x="335328" y="241168"/>
                </a:cubicBezTo>
                <a:lnTo>
                  <a:pt x="307446" y="71290"/>
                </a:lnTo>
                <a:lnTo>
                  <a:pt x="382456" y="36785"/>
                </a:lnTo>
                <a:lnTo>
                  <a:pt x="492225" y="168999"/>
                </a:lnTo>
                <a:cubicBezTo>
                  <a:pt x="510307" y="166342"/>
                  <a:pt x="520970" y="164772"/>
                  <a:pt x="532714" y="163045"/>
                </a:cubicBezTo>
                <a:cubicBezTo>
                  <a:pt x="541466" y="161757"/>
                  <a:pt x="550818" y="160380"/>
                  <a:pt x="564287" y="158400"/>
                </a:cubicBezTo>
                <a:lnTo>
                  <a:pt x="632652" y="0"/>
                </a:lnTo>
                <a:lnTo>
                  <a:pt x="714210" y="11483"/>
                </a:lnTo>
                <a:lnTo>
                  <a:pt x="734878" y="182421"/>
                </a:lnTo>
                <a:cubicBezTo>
                  <a:pt x="747662" y="188227"/>
                  <a:pt x="756407" y="192200"/>
                  <a:pt x="764679" y="195958"/>
                </a:cubicBezTo>
                <a:cubicBezTo>
                  <a:pt x="775148" y="200715"/>
                  <a:pt x="784860" y="205127"/>
                  <a:pt x="801049" y="212477"/>
                </a:cubicBezTo>
                <a:lnTo>
                  <a:pt x="943956" y="115844"/>
                </a:lnTo>
                <a:cubicBezTo>
                  <a:pt x="960400" y="130068"/>
                  <a:pt x="967733" y="136414"/>
                  <a:pt x="975066" y="142759"/>
                </a:cubicBezTo>
                <a:cubicBezTo>
                  <a:pt x="982400" y="149104"/>
                  <a:pt x="989733" y="155449"/>
                  <a:pt x="1006177" y="169673"/>
                </a:cubicBezTo>
                <a:lnTo>
                  <a:pt x="931186" y="325067"/>
                </a:lnTo>
                <a:lnTo>
                  <a:pt x="970466" y="386237"/>
                </a:lnTo>
                <a:lnTo>
                  <a:pt x="1142546" y="382052"/>
                </a:lnTo>
                <a:lnTo>
                  <a:pt x="1147896" y="400357"/>
                </a:lnTo>
                <a:cubicBezTo>
                  <a:pt x="1154716" y="423696"/>
                  <a:pt x="1155595" y="426705"/>
                  <a:pt x="1165662" y="461129"/>
                </a:cubicBezTo>
                <a:lnTo>
                  <a:pt x="1018818" y="551637"/>
                </a:lnTo>
                <a:cubicBezTo>
                  <a:pt x="1018785" y="583154"/>
                  <a:pt x="1018772" y="592379"/>
                  <a:pt x="1018730" y="623344"/>
                </a:cubicBezTo>
                <a:lnTo>
                  <a:pt x="1018729" y="624498"/>
                </a:lnTo>
                <a:lnTo>
                  <a:pt x="1165348" y="714091"/>
                </a:lnTo>
                <a:lnTo>
                  <a:pt x="1156632" y="743708"/>
                </a:lnTo>
                <a:close/>
                <a:moveTo>
                  <a:pt x="331515" y="509332"/>
                </a:moveTo>
                <a:cubicBezTo>
                  <a:pt x="289410" y="653020"/>
                  <a:pt x="371619" y="803157"/>
                  <a:pt x="515130" y="844666"/>
                </a:cubicBezTo>
                <a:cubicBezTo>
                  <a:pt x="658642" y="886175"/>
                  <a:pt x="809119" y="803339"/>
                  <a:pt x="851223" y="659651"/>
                </a:cubicBezTo>
                <a:cubicBezTo>
                  <a:pt x="893328" y="515962"/>
                  <a:pt x="811120" y="365825"/>
                  <a:pt x="667608" y="324316"/>
                </a:cubicBezTo>
                <a:cubicBezTo>
                  <a:pt x="524096" y="282807"/>
                  <a:pt x="373619" y="365643"/>
                  <a:pt x="331515" y="509332"/>
                </a:cubicBezTo>
                <a:close/>
              </a:path>
            </a:pathLst>
          </a:custGeom>
          <a:noFill/>
          <a:ln w="1053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942502" y="1926623"/>
            <a:ext cx="1177858" cy="1169561"/>
          </a:xfrm>
          <a:custGeom>
            <a:avLst/>
            <a:gdLst/>
            <a:ahLst/>
            <a:cxnLst/>
            <a:rect l="0" t="0" r="0" b="0"/>
            <a:pathLst>
              <a:path w="1177858" h="1169561">
                <a:moveTo>
                  <a:pt x="1134461" y="802020"/>
                </a:moveTo>
                <a:cubicBezTo>
                  <a:pt x="1128532" y="815727"/>
                  <a:pt x="1125539" y="822633"/>
                  <a:pt x="1113919" y="849485"/>
                </a:cubicBezTo>
                <a:lnTo>
                  <a:pt x="943521" y="825394"/>
                </a:lnTo>
                <a:cubicBezTo>
                  <a:pt x="933306" y="837703"/>
                  <a:pt x="926751" y="845600"/>
                  <a:pt x="920190" y="853496"/>
                </a:cubicBezTo>
                <a:cubicBezTo>
                  <a:pt x="913649" y="861379"/>
                  <a:pt x="907101" y="869269"/>
                  <a:pt x="896900" y="881549"/>
                </a:cubicBezTo>
                <a:lnTo>
                  <a:pt x="952071" y="1044401"/>
                </a:lnTo>
                <a:cubicBezTo>
                  <a:pt x="940437" y="1052249"/>
                  <a:pt x="932948" y="1057300"/>
                  <a:pt x="926934" y="1061361"/>
                </a:cubicBezTo>
                <a:cubicBezTo>
                  <a:pt x="914232" y="1069925"/>
                  <a:pt x="908148" y="1074035"/>
                  <a:pt x="883573" y="1090615"/>
                </a:cubicBezTo>
                <a:lnTo>
                  <a:pt x="753635" y="978206"/>
                </a:lnTo>
                <a:lnTo>
                  <a:pt x="737069" y="983490"/>
                </a:lnTo>
                <a:cubicBezTo>
                  <a:pt x="718676" y="989356"/>
                  <a:pt x="708243" y="992686"/>
                  <a:pt x="684160" y="1000372"/>
                </a:cubicBezTo>
                <a:lnTo>
                  <a:pt x="642379" y="1167594"/>
                </a:lnTo>
                <a:cubicBezTo>
                  <a:pt x="620593" y="1168114"/>
                  <a:pt x="610877" y="1168345"/>
                  <a:pt x="601153" y="1168577"/>
                </a:cubicBezTo>
                <a:cubicBezTo>
                  <a:pt x="591437" y="1168809"/>
                  <a:pt x="581721" y="1169041"/>
                  <a:pt x="559934" y="1169561"/>
                </a:cubicBezTo>
                <a:lnTo>
                  <a:pt x="511718" y="1004482"/>
                </a:lnTo>
                <a:cubicBezTo>
                  <a:pt x="496339" y="1000358"/>
                  <a:pt x="486461" y="997709"/>
                  <a:pt x="476583" y="995061"/>
                </a:cubicBezTo>
                <a:cubicBezTo>
                  <a:pt x="466713" y="992412"/>
                  <a:pt x="456835" y="989763"/>
                  <a:pt x="441456" y="985639"/>
                </a:cubicBezTo>
                <a:lnTo>
                  <a:pt x="315980" y="1104139"/>
                </a:lnTo>
                <a:cubicBezTo>
                  <a:pt x="297418" y="1092793"/>
                  <a:pt x="289142" y="1087742"/>
                  <a:pt x="280866" y="1082683"/>
                </a:cubicBezTo>
                <a:cubicBezTo>
                  <a:pt x="272590" y="1077625"/>
                  <a:pt x="264314" y="1072573"/>
                  <a:pt x="245760" y="1061227"/>
                </a:cubicBezTo>
                <a:lnTo>
                  <a:pt x="294580" y="895888"/>
                </a:lnTo>
                <a:cubicBezTo>
                  <a:pt x="280662" y="880502"/>
                  <a:pt x="273244" y="872304"/>
                  <a:pt x="263843" y="861913"/>
                </a:cubicBezTo>
                <a:cubicBezTo>
                  <a:pt x="258827" y="856377"/>
                  <a:pt x="253256" y="850215"/>
                  <a:pt x="245837" y="842010"/>
                </a:cubicBezTo>
                <a:lnTo>
                  <a:pt x="76515" y="874158"/>
                </a:lnTo>
                <a:cubicBezTo>
                  <a:pt x="61304" y="842586"/>
                  <a:pt x="59674" y="839192"/>
                  <a:pt x="49754" y="818579"/>
                </a:cubicBezTo>
                <a:cubicBezTo>
                  <a:pt x="47359" y="813605"/>
                  <a:pt x="44478" y="807620"/>
                  <a:pt x="40811" y="800004"/>
                </a:cubicBezTo>
                <a:lnTo>
                  <a:pt x="171170" y="686900"/>
                </a:lnTo>
                <a:lnTo>
                  <a:pt x="159409" y="615092"/>
                </a:lnTo>
                <a:lnTo>
                  <a:pt x="0" y="550689"/>
                </a:lnTo>
                <a:cubicBezTo>
                  <a:pt x="1053" y="542181"/>
                  <a:pt x="1882" y="535535"/>
                  <a:pt x="2571" y="530006"/>
                </a:cubicBezTo>
                <a:cubicBezTo>
                  <a:pt x="5374" y="507412"/>
                  <a:pt x="5845" y="503590"/>
                  <a:pt x="10158" y="468820"/>
                </a:cubicBezTo>
                <a:lnTo>
                  <a:pt x="180654" y="443873"/>
                </a:lnTo>
                <a:lnTo>
                  <a:pt x="209620" y="376933"/>
                </a:lnTo>
                <a:lnTo>
                  <a:pt x="110729" y="236423"/>
                </a:lnTo>
                <a:cubicBezTo>
                  <a:pt x="124675" y="219625"/>
                  <a:pt x="130899" y="212128"/>
                  <a:pt x="137117" y="204632"/>
                </a:cubicBezTo>
                <a:cubicBezTo>
                  <a:pt x="143341" y="197136"/>
                  <a:pt x="149559" y="189640"/>
                  <a:pt x="163512" y="172842"/>
                </a:cubicBezTo>
                <a:lnTo>
                  <a:pt x="320027" y="243954"/>
                </a:lnTo>
                <a:cubicBezTo>
                  <a:pt x="333256" y="235032"/>
                  <a:pt x="341749" y="229299"/>
                  <a:pt x="350243" y="223566"/>
                </a:cubicBezTo>
                <a:cubicBezTo>
                  <a:pt x="358751" y="217826"/>
                  <a:pt x="367259" y="212079"/>
                  <a:pt x="380516" y="203136"/>
                </a:cubicBezTo>
                <a:lnTo>
                  <a:pt x="373547" y="31130"/>
                </a:lnTo>
                <a:lnTo>
                  <a:pt x="452205" y="6020"/>
                </a:lnTo>
                <a:lnTo>
                  <a:pt x="545040" y="150627"/>
                </a:lnTo>
                <a:cubicBezTo>
                  <a:pt x="563314" y="150191"/>
                  <a:pt x="574091" y="149931"/>
                  <a:pt x="585957" y="149650"/>
                </a:cubicBezTo>
                <a:cubicBezTo>
                  <a:pt x="594802" y="149440"/>
                  <a:pt x="604251" y="149215"/>
                  <a:pt x="617860" y="148885"/>
                </a:cubicBezTo>
                <a:lnTo>
                  <a:pt x="705019" y="0"/>
                </a:lnTo>
                <a:lnTo>
                  <a:pt x="784569" y="21336"/>
                </a:lnTo>
                <a:lnTo>
                  <a:pt x="784569" y="193518"/>
                </a:lnTo>
                <a:cubicBezTo>
                  <a:pt x="796231" y="200838"/>
                  <a:pt x="804430" y="205848"/>
                  <a:pt x="812179" y="210590"/>
                </a:cubicBezTo>
                <a:cubicBezTo>
                  <a:pt x="821994" y="216583"/>
                  <a:pt x="831092" y="222147"/>
                  <a:pt x="846267" y="231413"/>
                </a:cubicBezTo>
                <a:lnTo>
                  <a:pt x="999887" y="152917"/>
                </a:lnTo>
                <a:cubicBezTo>
                  <a:pt x="1014472" y="169041"/>
                  <a:pt x="1020978" y="176235"/>
                  <a:pt x="1027484" y="183422"/>
                </a:cubicBezTo>
                <a:cubicBezTo>
                  <a:pt x="1033989" y="190616"/>
                  <a:pt x="1040495" y="197810"/>
                  <a:pt x="1055080" y="213927"/>
                </a:cubicBezTo>
                <a:lnTo>
                  <a:pt x="961711" y="359025"/>
                </a:lnTo>
                <a:lnTo>
                  <a:pt x="993241" y="424524"/>
                </a:lnTo>
                <a:lnTo>
                  <a:pt x="1164552" y="441343"/>
                </a:lnTo>
                <a:lnTo>
                  <a:pt x="1167629" y="460165"/>
                </a:lnTo>
                <a:cubicBezTo>
                  <a:pt x="1171556" y="484164"/>
                  <a:pt x="1172062" y="487255"/>
                  <a:pt x="1177858" y="522650"/>
                </a:cubicBezTo>
                <a:lnTo>
                  <a:pt x="1021076" y="594584"/>
                </a:lnTo>
                <a:cubicBezTo>
                  <a:pt x="1017205" y="625869"/>
                  <a:pt x="1016067" y="635016"/>
                  <a:pt x="1012252" y="665746"/>
                </a:cubicBezTo>
                <a:lnTo>
                  <a:pt x="1012252" y="666891"/>
                </a:lnTo>
                <a:lnTo>
                  <a:pt x="1146721" y="773686"/>
                </a:lnTo>
                <a:lnTo>
                  <a:pt x="1134461" y="802020"/>
                </a:lnTo>
                <a:moveTo>
                  <a:pt x="344054" y="468834"/>
                </a:moveTo>
                <a:cubicBezTo>
                  <a:pt x="284751" y="606324"/>
                  <a:pt x="348051" y="765361"/>
                  <a:pt x="485436" y="824045"/>
                </a:cubicBezTo>
                <a:cubicBezTo>
                  <a:pt x="622820" y="882737"/>
                  <a:pt x="782264" y="818853"/>
                  <a:pt x="841574" y="681371"/>
                </a:cubicBezTo>
                <a:cubicBezTo>
                  <a:pt x="900869" y="543888"/>
                  <a:pt x="837576" y="384851"/>
                  <a:pt x="700192" y="326160"/>
                </a:cubicBezTo>
                <a:cubicBezTo>
                  <a:pt x="562808" y="267469"/>
                  <a:pt x="403356" y="331352"/>
                  <a:pt x="344054" y="468834"/>
                </a:cubicBezTo>
              </a:path>
            </a:pathLst>
          </a:custGeom>
          <a:solidFill>
            <a:srgbClr val="DDC91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942502" y="1926623"/>
            <a:ext cx="1177859" cy="1169561"/>
          </a:xfrm>
          <a:custGeom>
            <a:avLst/>
            <a:gdLst/>
            <a:ahLst/>
            <a:cxnLst/>
            <a:rect l="0" t="0" r="0" b="0"/>
            <a:pathLst>
              <a:path w="1177859" h="1169561">
                <a:moveTo>
                  <a:pt x="1134459" y="802021"/>
                </a:moveTo>
                <a:cubicBezTo>
                  <a:pt x="1128529" y="815724"/>
                  <a:pt x="1125540" y="822632"/>
                  <a:pt x="1113921" y="849482"/>
                </a:cubicBezTo>
                <a:lnTo>
                  <a:pt x="1113928" y="849454"/>
                </a:lnTo>
                <a:lnTo>
                  <a:pt x="943521" y="825398"/>
                </a:lnTo>
                <a:cubicBezTo>
                  <a:pt x="933305" y="837704"/>
                  <a:pt x="926750" y="845598"/>
                  <a:pt x="920192" y="853497"/>
                </a:cubicBezTo>
                <a:cubicBezTo>
                  <a:pt x="913647" y="861380"/>
                  <a:pt x="907098" y="869267"/>
                  <a:pt x="896901" y="881548"/>
                </a:cubicBezTo>
                <a:lnTo>
                  <a:pt x="952068" y="1044404"/>
                </a:lnTo>
                <a:cubicBezTo>
                  <a:pt x="940438" y="1052249"/>
                  <a:pt x="932947" y="1057303"/>
                  <a:pt x="926936" y="1061357"/>
                </a:cubicBezTo>
                <a:cubicBezTo>
                  <a:pt x="914235" y="1069925"/>
                  <a:pt x="908144" y="1074033"/>
                  <a:pt x="883574" y="1090614"/>
                </a:cubicBezTo>
                <a:lnTo>
                  <a:pt x="753633" y="978206"/>
                </a:lnTo>
                <a:lnTo>
                  <a:pt x="737067" y="983491"/>
                </a:lnTo>
                <a:cubicBezTo>
                  <a:pt x="718675" y="989359"/>
                  <a:pt x="708244" y="992687"/>
                  <a:pt x="684163" y="1000376"/>
                </a:cubicBezTo>
                <a:lnTo>
                  <a:pt x="642380" y="1167596"/>
                </a:lnTo>
                <a:cubicBezTo>
                  <a:pt x="620591" y="1168116"/>
                  <a:pt x="610873" y="1168348"/>
                  <a:pt x="601153" y="1168579"/>
                </a:cubicBezTo>
                <a:cubicBezTo>
                  <a:pt x="591436" y="1168809"/>
                  <a:pt x="581718" y="1169040"/>
                  <a:pt x="559934" y="1169561"/>
                </a:cubicBezTo>
                <a:lnTo>
                  <a:pt x="511718" y="1004483"/>
                </a:lnTo>
                <a:cubicBezTo>
                  <a:pt x="496336" y="1000357"/>
                  <a:pt x="486461" y="997709"/>
                  <a:pt x="476586" y="995061"/>
                </a:cubicBezTo>
                <a:cubicBezTo>
                  <a:pt x="466711" y="992414"/>
                  <a:pt x="456837" y="989766"/>
                  <a:pt x="441454" y="985640"/>
                </a:cubicBezTo>
                <a:lnTo>
                  <a:pt x="315978" y="1104138"/>
                </a:lnTo>
                <a:cubicBezTo>
                  <a:pt x="297422" y="1092796"/>
                  <a:pt x="289145" y="1087740"/>
                  <a:pt x="280868" y="1082684"/>
                </a:cubicBezTo>
                <a:cubicBezTo>
                  <a:pt x="272592" y="1077627"/>
                  <a:pt x="264315" y="1072571"/>
                  <a:pt x="245759" y="1061229"/>
                </a:cubicBezTo>
                <a:lnTo>
                  <a:pt x="294579" y="895891"/>
                </a:lnTo>
                <a:cubicBezTo>
                  <a:pt x="280660" y="880502"/>
                  <a:pt x="273241" y="872303"/>
                  <a:pt x="263840" y="861912"/>
                </a:cubicBezTo>
                <a:cubicBezTo>
                  <a:pt x="258829" y="856375"/>
                  <a:pt x="253255" y="850215"/>
                  <a:pt x="245835" y="842013"/>
                </a:cubicBezTo>
                <a:lnTo>
                  <a:pt x="76513" y="874161"/>
                </a:lnTo>
                <a:cubicBezTo>
                  <a:pt x="61308" y="842586"/>
                  <a:pt x="59674" y="839192"/>
                  <a:pt x="49752" y="818579"/>
                </a:cubicBezTo>
                <a:cubicBezTo>
                  <a:pt x="47357" y="813602"/>
                  <a:pt x="44479" y="807623"/>
                  <a:pt x="40811" y="800001"/>
                </a:cubicBezTo>
                <a:lnTo>
                  <a:pt x="171167" y="686898"/>
                </a:lnTo>
                <a:lnTo>
                  <a:pt x="159412" y="615090"/>
                </a:lnTo>
                <a:lnTo>
                  <a:pt x="0" y="550686"/>
                </a:lnTo>
                <a:cubicBezTo>
                  <a:pt x="1055" y="542184"/>
                  <a:pt x="1881" y="535533"/>
                  <a:pt x="2567" y="530005"/>
                </a:cubicBezTo>
                <a:cubicBezTo>
                  <a:pt x="5373" y="507409"/>
                  <a:pt x="5848" y="503592"/>
                  <a:pt x="10158" y="468824"/>
                </a:cubicBezTo>
                <a:lnTo>
                  <a:pt x="180653" y="443873"/>
                </a:lnTo>
                <a:lnTo>
                  <a:pt x="209623" y="376933"/>
                </a:lnTo>
                <a:lnTo>
                  <a:pt x="110732" y="236421"/>
                </a:lnTo>
                <a:cubicBezTo>
                  <a:pt x="124676" y="219621"/>
                  <a:pt x="130896" y="212126"/>
                  <a:pt x="137118" y="204631"/>
                </a:cubicBezTo>
                <a:cubicBezTo>
                  <a:pt x="143339" y="197137"/>
                  <a:pt x="149563" y="189642"/>
                  <a:pt x="163512" y="172842"/>
                </a:cubicBezTo>
                <a:lnTo>
                  <a:pt x="320024" y="243955"/>
                </a:lnTo>
                <a:cubicBezTo>
                  <a:pt x="333252" y="235032"/>
                  <a:pt x="341749" y="229297"/>
                  <a:pt x="350240" y="223567"/>
                </a:cubicBezTo>
                <a:cubicBezTo>
                  <a:pt x="358753" y="217823"/>
                  <a:pt x="367259" y="212082"/>
                  <a:pt x="380520" y="203136"/>
                </a:cubicBezTo>
                <a:lnTo>
                  <a:pt x="373549" y="31126"/>
                </a:lnTo>
                <a:lnTo>
                  <a:pt x="452205" y="6020"/>
                </a:lnTo>
                <a:lnTo>
                  <a:pt x="545043" y="150625"/>
                </a:lnTo>
                <a:cubicBezTo>
                  <a:pt x="563314" y="150191"/>
                  <a:pt x="574089" y="149933"/>
                  <a:pt x="585956" y="149650"/>
                </a:cubicBezTo>
                <a:cubicBezTo>
                  <a:pt x="594799" y="149438"/>
                  <a:pt x="604249" y="149212"/>
                  <a:pt x="617860" y="148887"/>
                </a:cubicBezTo>
                <a:lnTo>
                  <a:pt x="705019" y="0"/>
                </a:lnTo>
                <a:lnTo>
                  <a:pt x="784569" y="21337"/>
                </a:lnTo>
                <a:lnTo>
                  <a:pt x="784251" y="193519"/>
                </a:lnTo>
                <a:cubicBezTo>
                  <a:pt x="796233" y="200840"/>
                  <a:pt x="804429" y="205849"/>
                  <a:pt x="812180" y="210587"/>
                </a:cubicBezTo>
                <a:cubicBezTo>
                  <a:pt x="821992" y="216585"/>
                  <a:pt x="831094" y="222148"/>
                  <a:pt x="846266" y="231416"/>
                </a:cubicBezTo>
                <a:lnTo>
                  <a:pt x="999884" y="152919"/>
                </a:lnTo>
                <a:cubicBezTo>
                  <a:pt x="1014472" y="169041"/>
                  <a:pt x="1020977" y="176233"/>
                  <a:pt x="1027483" y="183424"/>
                </a:cubicBezTo>
                <a:cubicBezTo>
                  <a:pt x="1033988" y="190616"/>
                  <a:pt x="1040494" y="197808"/>
                  <a:pt x="1055082" y="213930"/>
                </a:cubicBezTo>
                <a:lnTo>
                  <a:pt x="961712" y="359026"/>
                </a:lnTo>
                <a:lnTo>
                  <a:pt x="993245" y="424528"/>
                </a:lnTo>
                <a:lnTo>
                  <a:pt x="1164552" y="441345"/>
                </a:lnTo>
                <a:lnTo>
                  <a:pt x="1167631" y="460166"/>
                </a:lnTo>
                <a:cubicBezTo>
                  <a:pt x="1171555" y="484162"/>
                  <a:pt x="1172062" y="487255"/>
                  <a:pt x="1177859" y="522650"/>
                </a:cubicBezTo>
                <a:lnTo>
                  <a:pt x="1021079" y="594586"/>
                </a:lnTo>
                <a:cubicBezTo>
                  <a:pt x="1017204" y="625865"/>
                  <a:pt x="1016068" y="635020"/>
                  <a:pt x="1012253" y="665749"/>
                </a:cubicBezTo>
                <a:lnTo>
                  <a:pt x="1012111" y="666895"/>
                </a:lnTo>
                <a:lnTo>
                  <a:pt x="1146719" y="773688"/>
                </a:lnTo>
                <a:lnTo>
                  <a:pt x="1134459" y="802021"/>
                </a:lnTo>
                <a:close/>
                <a:moveTo>
                  <a:pt x="344054" y="468836"/>
                </a:moveTo>
                <a:cubicBezTo>
                  <a:pt x="284752" y="606321"/>
                  <a:pt x="348051" y="765358"/>
                  <a:pt x="485434" y="824047"/>
                </a:cubicBezTo>
                <a:cubicBezTo>
                  <a:pt x="622817" y="882737"/>
                  <a:pt x="782268" y="818857"/>
                  <a:pt x="841570" y="681371"/>
                </a:cubicBezTo>
                <a:cubicBezTo>
                  <a:pt x="900872" y="543885"/>
                  <a:pt x="837573" y="384848"/>
                  <a:pt x="700190" y="326159"/>
                </a:cubicBezTo>
                <a:cubicBezTo>
                  <a:pt x="562807" y="267470"/>
                  <a:pt x="403356" y="331350"/>
                  <a:pt x="344054" y="468836"/>
                </a:cubicBezTo>
                <a:close/>
              </a:path>
            </a:pathLst>
          </a:custGeom>
          <a:noFill/>
          <a:ln w="1053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515216" y="2891439"/>
            <a:ext cx="1175111" cy="1174170"/>
          </a:xfrm>
          <a:custGeom>
            <a:avLst/>
            <a:gdLst/>
            <a:ahLst/>
            <a:cxnLst/>
            <a:rect l="0" t="0" r="0" b="0"/>
            <a:pathLst>
              <a:path w="1175111" h="1174170">
                <a:moveTo>
                  <a:pt x="1169006" y="695211"/>
                </a:moveTo>
                <a:cubicBezTo>
                  <a:pt x="1166055" y="709845"/>
                  <a:pt x="1164566" y="717222"/>
                  <a:pt x="1158784" y="745900"/>
                </a:cubicBezTo>
                <a:lnTo>
                  <a:pt x="987101" y="757773"/>
                </a:lnTo>
                <a:cubicBezTo>
                  <a:pt x="979668" y="771937"/>
                  <a:pt x="974897" y="781021"/>
                  <a:pt x="970127" y="790112"/>
                </a:cubicBezTo>
                <a:cubicBezTo>
                  <a:pt x="965364" y="799182"/>
                  <a:pt x="960593" y="808259"/>
                  <a:pt x="953174" y="822387"/>
                </a:cubicBezTo>
                <a:lnTo>
                  <a:pt x="1040994" y="970218"/>
                </a:lnTo>
                <a:cubicBezTo>
                  <a:pt x="1031249" y="980307"/>
                  <a:pt x="1024975" y="986806"/>
                  <a:pt x="1019938" y="992026"/>
                </a:cubicBezTo>
                <a:cubicBezTo>
                  <a:pt x="1009294" y="1003049"/>
                  <a:pt x="1004194" y="1008332"/>
                  <a:pt x="983609" y="1029654"/>
                </a:cubicBezTo>
                <a:lnTo>
                  <a:pt x="833136" y="946725"/>
                </a:lnTo>
                <a:lnTo>
                  <a:pt x="818031" y="955338"/>
                </a:lnTo>
                <a:cubicBezTo>
                  <a:pt x="801261" y="964900"/>
                  <a:pt x="791749" y="970324"/>
                  <a:pt x="769794" y="982850"/>
                </a:cubicBezTo>
                <a:lnTo>
                  <a:pt x="763689" y="1155102"/>
                </a:lnTo>
                <a:cubicBezTo>
                  <a:pt x="742486" y="1160147"/>
                  <a:pt x="733029" y="1162388"/>
                  <a:pt x="723566" y="1164636"/>
                </a:cubicBezTo>
                <a:cubicBezTo>
                  <a:pt x="714110" y="1166884"/>
                  <a:pt x="704653" y="1169132"/>
                  <a:pt x="683450" y="1174170"/>
                </a:cubicBezTo>
                <a:lnTo>
                  <a:pt x="601968" y="1022720"/>
                </a:lnTo>
                <a:cubicBezTo>
                  <a:pt x="586069" y="1021884"/>
                  <a:pt x="575854" y="1021350"/>
                  <a:pt x="565646" y="1020809"/>
                </a:cubicBezTo>
                <a:cubicBezTo>
                  <a:pt x="555438" y="1020275"/>
                  <a:pt x="545230" y="1019741"/>
                  <a:pt x="529324" y="1018898"/>
                </a:cubicBezTo>
                <a:lnTo>
                  <a:pt x="431227" y="1160898"/>
                </a:lnTo>
                <a:cubicBezTo>
                  <a:pt x="410719" y="1153662"/>
                  <a:pt x="401572" y="1150437"/>
                  <a:pt x="392425" y="1147213"/>
                </a:cubicBezTo>
                <a:cubicBezTo>
                  <a:pt x="383277" y="1143988"/>
                  <a:pt x="374130" y="1140763"/>
                  <a:pt x="353623" y="1133527"/>
                </a:cubicBezTo>
                <a:lnTo>
                  <a:pt x="366999" y="961647"/>
                </a:lnTo>
                <a:cubicBezTo>
                  <a:pt x="350187" y="949486"/>
                  <a:pt x="341223" y="943016"/>
                  <a:pt x="329862" y="934803"/>
                </a:cubicBezTo>
                <a:cubicBezTo>
                  <a:pt x="323813" y="930433"/>
                  <a:pt x="317083" y="925564"/>
                  <a:pt x="308118" y="919080"/>
                </a:cubicBezTo>
                <a:lnTo>
                  <a:pt x="149180" y="985731"/>
                </a:lnTo>
                <a:cubicBezTo>
                  <a:pt x="127745" y="958008"/>
                  <a:pt x="125440" y="955029"/>
                  <a:pt x="111446" y="936931"/>
                </a:cubicBezTo>
                <a:cubicBezTo>
                  <a:pt x="108066" y="932562"/>
                  <a:pt x="104012" y="927306"/>
                  <a:pt x="98842" y="920618"/>
                </a:cubicBezTo>
                <a:lnTo>
                  <a:pt x="202834" y="782883"/>
                </a:lnTo>
                <a:lnTo>
                  <a:pt x="176404" y="715086"/>
                </a:lnTo>
                <a:lnTo>
                  <a:pt x="7081" y="685235"/>
                </a:lnTo>
                <a:cubicBezTo>
                  <a:pt x="6351" y="676699"/>
                  <a:pt x="5774" y="670017"/>
                  <a:pt x="5297" y="664467"/>
                </a:cubicBezTo>
                <a:cubicBezTo>
                  <a:pt x="3344" y="641789"/>
                  <a:pt x="3013" y="637953"/>
                  <a:pt x="0" y="603050"/>
                </a:cubicBezTo>
                <a:lnTo>
                  <a:pt x="161580" y="543193"/>
                </a:lnTo>
                <a:lnTo>
                  <a:pt x="176003" y="471694"/>
                </a:lnTo>
                <a:lnTo>
                  <a:pt x="50056" y="354817"/>
                </a:lnTo>
                <a:cubicBezTo>
                  <a:pt x="60201" y="335483"/>
                  <a:pt x="64726" y="326855"/>
                  <a:pt x="69257" y="318235"/>
                </a:cubicBezTo>
                <a:cubicBezTo>
                  <a:pt x="73782" y="309608"/>
                  <a:pt x="78313" y="300987"/>
                  <a:pt x="88465" y="281653"/>
                </a:cubicBezTo>
                <a:lnTo>
                  <a:pt x="256340" y="318671"/>
                </a:lnTo>
                <a:cubicBezTo>
                  <a:pt x="267426" y="307191"/>
                  <a:pt x="274543" y="299814"/>
                  <a:pt x="281660" y="292444"/>
                </a:cubicBezTo>
                <a:cubicBezTo>
                  <a:pt x="288791" y="285053"/>
                  <a:pt x="295915" y="277670"/>
                  <a:pt x="307029" y="266162"/>
                </a:cubicBezTo>
                <a:lnTo>
                  <a:pt x="264448" y="99362"/>
                </a:lnTo>
                <a:lnTo>
                  <a:pt x="336164" y="58452"/>
                </a:lnTo>
                <a:lnTo>
                  <a:pt x="457038" y="180598"/>
                </a:lnTo>
                <a:cubicBezTo>
                  <a:pt x="474820" y="176368"/>
                  <a:pt x="485309" y="173881"/>
                  <a:pt x="496852" y="171134"/>
                </a:cubicBezTo>
                <a:cubicBezTo>
                  <a:pt x="505458" y="169090"/>
                  <a:pt x="514662" y="166905"/>
                  <a:pt x="527905" y="163758"/>
                </a:cubicBezTo>
                <a:lnTo>
                  <a:pt x="582205" y="0"/>
                </a:lnTo>
                <a:lnTo>
                  <a:pt x="664453" y="4334"/>
                </a:lnTo>
                <a:lnTo>
                  <a:pt x="699939" y="172814"/>
                </a:lnTo>
                <a:cubicBezTo>
                  <a:pt x="713182" y="177486"/>
                  <a:pt x="722238" y="180682"/>
                  <a:pt x="730802" y="183703"/>
                </a:cubicBezTo>
                <a:cubicBezTo>
                  <a:pt x="741650" y="187532"/>
                  <a:pt x="751710" y="191080"/>
                  <a:pt x="768473" y="196995"/>
                </a:cubicBezTo>
                <a:lnTo>
                  <a:pt x="902422" y="88268"/>
                </a:lnTo>
                <a:cubicBezTo>
                  <a:pt x="920042" y="101006"/>
                  <a:pt x="927897" y="106689"/>
                  <a:pt x="935758" y="112373"/>
                </a:cubicBezTo>
                <a:cubicBezTo>
                  <a:pt x="943613" y="118057"/>
                  <a:pt x="951474" y="123733"/>
                  <a:pt x="969094" y="136470"/>
                </a:cubicBezTo>
                <a:lnTo>
                  <a:pt x="907930" y="297812"/>
                </a:lnTo>
                <a:lnTo>
                  <a:pt x="952395" y="355323"/>
                </a:lnTo>
                <a:lnTo>
                  <a:pt x="1123452" y="336157"/>
                </a:lnTo>
                <a:lnTo>
                  <a:pt x="1130379" y="353925"/>
                </a:lnTo>
                <a:cubicBezTo>
                  <a:pt x="1139204" y="376582"/>
                  <a:pt x="1140342" y="379505"/>
                  <a:pt x="1153374" y="412918"/>
                </a:cubicBezTo>
                <a:lnTo>
                  <a:pt x="1014978" y="515877"/>
                </a:lnTo>
                <a:cubicBezTo>
                  <a:pt x="1017690" y="547281"/>
                  <a:pt x="1018484" y="556471"/>
                  <a:pt x="1021139" y="587327"/>
                </a:cubicBezTo>
                <a:lnTo>
                  <a:pt x="1021139" y="588472"/>
                </a:lnTo>
                <a:lnTo>
                  <a:pt x="1175111" y="664945"/>
                </a:lnTo>
                <a:lnTo>
                  <a:pt x="1169006" y="695211"/>
                </a:lnTo>
                <a:moveTo>
                  <a:pt x="326602" y="533638"/>
                </a:moveTo>
                <a:cubicBezTo>
                  <a:pt x="297179" y="680450"/>
                  <a:pt x="392165" y="822851"/>
                  <a:pt x="538745" y="851698"/>
                </a:cubicBezTo>
                <a:cubicBezTo>
                  <a:pt x="685326" y="880538"/>
                  <a:pt x="828015" y="784899"/>
                  <a:pt x="857438" y="638093"/>
                </a:cubicBezTo>
                <a:cubicBezTo>
                  <a:pt x="886853" y="491281"/>
                  <a:pt x="791875" y="348880"/>
                  <a:pt x="645295" y="320034"/>
                </a:cubicBezTo>
                <a:cubicBezTo>
                  <a:pt x="498707" y="291194"/>
                  <a:pt x="356025" y="386825"/>
                  <a:pt x="326602" y="533638"/>
                </a:cubicBezTo>
              </a:path>
            </a:pathLst>
          </a:custGeom>
          <a:solidFill>
            <a:srgbClr val="DC833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515216" y="2891439"/>
            <a:ext cx="1175109" cy="1174168"/>
          </a:xfrm>
          <a:custGeom>
            <a:avLst/>
            <a:gdLst/>
            <a:ahLst/>
            <a:cxnLst/>
            <a:rect l="0" t="0" r="0" b="0"/>
            <a:pathLst>
              <a:path w="1175109" h="1174168">
                <a:moveTo>
                  <a:pt x="1169008" y="695210"/>
                </a:moveTo>
                <a:cubicBezTo>
                  <a:pt x="1166057" y="709846"/>
                  <a:pt x="1164569" y="717225"/>
                  <a:pt x="1158786" y="745903"/>
                </a:cubicBezTo>
                <a:lnTo>
                  <a:pt x="1158787" y="745874"/>
                </a:lnTo>
                <a:lnTo>
                  <a:pt x="987103" y="757773"/>
                </a:lnTo>
                <a:cubicBezTo>
                  <a:pt x="979668" y="771934"/>
                  <a:pt x="974898" y="781019"/>
                  <a:pt x="970126" y="790109"/>
                </a:cubicBezTo>
                <a:cubicBezTo>
                  <a:pt x="965362" y="799180"/>
                  <a:pt x="960596" y="808257"/>
                  <a:pt x="953177" y="822390"/>
                </a:cubicBezTo>
                <a:lnTo>
                  <a:pt x="1040997" y="970216"/>
                </a:lnTo>
                <a:cubicBezTo>
                  <a:pt x="1031252" y="980309"/>
                  <a:pt x="1024975" y="986809"/>
                  <a:pt x="1019939" y="992024"/>
                </a:cubicBezTo>
                <a:cubicBezTo>
                  <a:pt x="1009297" y="1003046"/>
                  <a:pt x="1004193" y="1008331"/>
                  <a:pt x="983607" y="1029658"/>
                </a:cubicBezTo>
                <a:lnTo>
                  <a:pt x="833135" y="946723"/>
                </a:lnTo>
                <a:lnTo>
                  <a:pt x="818030" y="955336"/>
                </a:lnTo>
                <a:cubicBezTo>
                  <a:pt x="801259" y="964900"/>
                  <a:pt x="791748" y="970324"/>
                  <a:pt x="769793" y="982852"/>
                </a:cubicBezTo>
                <a:lnTo>
                  <a:pt x="763690" y="1155104"/>
                </a:lnTo>
                <a:cubicBezTo>
                  <a:pt x="742484" y="1160144"/>
                  <a:pt x="733027" y="1162391"/>
                  <a:pt x="723567" y="1164637"/>
                </a:cubicBezTo>
                <a:cubicBezTo>
                  <a:pt x="714111" y="1166883"/>
                  <a:pt x="704653" y="1169130"/>
                  <a:pt x="683453" y="1174168"/>
                </a:cubicBezTo>
                <a:lnTo>
                  <a:pt x="601970" y="1022722"/>
                </a:lnTo>
                <a:cubicBezTo>
                  <a:pt x="586066" y="1021884"/>
                  <a:pt x="575856" y="1021347"/>
                  <a:pt x="565647" y="1020811"/>
                </a:cubicBezTo>
                <a:cubicBezTo>
                  <a:pt x="555437" y="1020275"/>
                  <a:pt x="545227" y="1019738"/>
                  <a:pt x="529324" y="1018900"/>
                </a:cubicBezTo>
                <a:lnTo>
                  <a:pt x="431227" y="1160897"/>
                </a:lnTo>
                <a:cubicBezTo>
                  <a:pt x="410718" y="1153661"/>
                  <a:pt x="401570" y="1150436"/>
                  <a:pt x="392423" y="1147211"/>
                </a:cubicBezTo>
                <a:cubicBezTo>
                  <a:pt x="383276" y="1143985"/>
                  <a:pt x="374129" y="1140760"/>
                  <a:pt x="353620" y="1133524"/>
                </a:cubicBezTo>
                <a:lnTo>
                  <a:pt x="366998" y="961649"/>
                </a:lnTo>
                <a:cubicBezTo>
                  <a:pt x="350184" y="949490"/>
                  <a:pt x="341223" y="943013"/>
                  <a:pt x="329866" y="934804"/>
                </a:cubicBezTo>
                <a:cubicBezTo>
                  <a:pt x="323813" y="930429"/>
                  <a:pt x="317081" y="925563"/>
                  <a:pt x="308117" y="919083"/>
                </a:cubicBezTo>
                <a:lnTo>
                  <a:pt x="149180" y="985732"/>
                </a:lnTo>
                <a:cubicBezTo>
                  <a:pt x="127742" y="958008"/>
                  <a:pt x="125438" y="955029"/>
                  <a:pt x="111447" y="936928"/>
                </a:cubicBezTo>
                <a:cubicBezTo>
                  <a:pt x="108070" y="932559"/>
                  <a:pt x="104011" y="927309"/>
                  <a:pt x="98838" y="920616"/>
                </a:cubicBezTo>
                <a:lnTo>
                  <a:pt x="202832" y="782881"/>
                </a:lnTo>
                <a:lnTo>
                  <a:pt x="176403" y="715088"/>
                </a:lnTo>
                <a:lnTo>
                  <a:pt x="7083" y="685234"/>
                </a:lnTo>
                <a:cubicBezTo>
                  <a:pt x="6348" y="676698"/>
                  <a:pt x="5773" y="670020"/>
                  <a:pt x="5295" y="664471"/>
                </a:cubicBezTo>
                <a:cubicBezTo>
                  <a:pt x="3342" y="641786"/>
                  <a:pt x="3012" y="637953"/>
                  <a:pt x="0" y="603049"/>
                </a:cubicBezTo>
                <a:lnTo>
                  <a:pt x="161582" y="543195"/>
                </a:lnTo>
                <a:lnTo>
                  <a:pt x="176001" y="471694"/>
                </a:lnTo>
                <a:lnTo>
                  <a:pt x="50056" y="354813"/>
                </a:lnTo>
                <a:cubicBezTo>
                  <a:pt x="60203" y="335482"/>
                  <a:pt x="64729" y="326857"/>
                  <a:pt x="69256" y="318234"/>
                </a:cubicBezTo>
                <a:cubicBezTo>
                  <a:pt x="73784" y="309608"/>
                  <a:pt x="78313" y="300985"/>
                  <a:pt x="88465" y="281651"/>
                </a:cubicBezTo>
                <a:lnTo>
                  <a:pt x="256341" y="318669"/>
                </a:lnTo>
                <a:cubicBezTo>
                  <a:pt x="267425" y="307191"/>
                  <a:pt x="274545" y="299815"/>
                  <a:pt x="281659" y="292444"/>
                </a:cubicBezTo>
                <a:cubicBezTo>
                  <a:pt x="288790" y="285056"/>
                  <a:pt x="295918" y="277672"/>
                  <a:pt x="307029" y="266165"/>
                </a:cubicBezTo>
                <a:lnTo>
                  <a:pt x="264448" y="99363"/>
                </a:lnTo>
                <a:lnTo>
                  <a:pt x="336165" y="58451"/>
                </a:lnTo>
                <a:lnTo>
                  <a:pt x="457039" y="180594"/>
                </a:lnTo>
                <a:cubicBezTo>
                  <a:pt x="474820" y="176371"/>
                  <a:pt x="485306" y="173879"/>
                  <a:pt x="496856" y="171134"/>
                </a:cubicBezTo>
                <a:cubicBezTo>
                  <a:pt x="505461" y="169089"/>
                  <a:pt x="514658" y="166902"/>
                  <a:pt x="527904" y="163756"/>
                </a:cubicBezTo>
                <a:lnTo>
                  <a:pt x="582203" y="0"/>
                </a:lnTo>
                <a:lnTo>
                  <a:pt x="664451" y="4332"/>
                </a:lnTo>
                <a:lnTo>
                  <a:pt x="699938" y="172817"/>
                </a:lnTo>
                <a:cubicBezTo>
                  <a:pt x="713180" y="177487"/>
                  <a:pt x="722238" y="180683"/>
                  <a:pt x="730806" y="183705"/>
                </a:cubicBezTo>
                <a:cubicBezTo>
                  <a:pt x="741650" y="187531"/>
                  <a:pt x="751710" y="191081"/>
                  <a:pt x="768477" y="196992"/>
                </a:cubicBezTo>
                <a:lnTo>
                  <a:pt x="902419" y="88271"/>
                </a:lnTo>
                <a:cubicBezTo>
                  <a:pt x="920039" y="101008"/>
                  <a:pt x="927897" y="106691"/>
                  <a:pt x="935756" y="112372"/>
                </a:cubicBezTo>
                <a:cubicBezTo>
                  <a:pt x="943615" y="118054"/>
                  <a:pt x="951473" y="123736"/>
                  <a:pt x="969094" y="136473"/>
                </a:cubicBezTo>
                <a:lnTo>
                  <a:pt x="907931" y="297811"/>
                </a:lnTo>
                <a:lnTo>
                  <a:pt x="952394" y="355325"/>
                </a:lnTo>
                <a:lnTo>
                  <a:pt x="1123454" y="336158"/>
                </a:lnTo>
                <a:lnTo>
                  <a:pt x="1130379" y="353928"/>
                </a:lnTo>
                <a:cubicBezTo>
                  <a:pt x="1139207" y="376583"/>
                  <a:pt x="1140345" y="379504"/>
                  <a:pt x="1153375" y="412920"/>
                </a:cubicBezTo>
                <a:lnTo>
                  <a:pt x="1014977" y="515881"/>
                </a:lnTo>
                <a:cubicBezTo>
                  <a:pt x="1017691" y="547282"/>
                  <a:pt x="1018482" y="556472"/>
                  <a:pt x="1021139" y="587323"/>
                </a:cubicBezTo>
                <a:lnTo>
                  <a:pt x="1021239" y="588474"/>
                </a:lnTo>
                <a:lnTo>
                  <a:pt x="1175109" y="664947"/>
                </a:lnTo>
                <a:lnTo>
                  <a:pt x="1169008" y="695210"/>
                </a:lnTo>
                <a:close/>
                <a:moveTo>
                  <a:pt x="326602" y="533639"/>
                </a:moveTo>
                <a:cubicBezTo>
                  <a:pt x="297181" y="680450"/>
                  <a:pt x="392163" y="822851"/>
                  <a:pt x="538745" y="851694"/>
                </a:cubicBezTo>
                <a:cubicBezTo>
                  <a:pt x="685329" y="880538"/>
                  <a:pt x="828013" y="784902"/>
                  <a:pt x="857435" y="638091"/>
                </a:cubicBezTo>
                <a:cubicBezTo>
                  <a:pt x="886856" y="491279"/>
                  <a:pt x="791875" y="348879"/>
                  <a:pt x="645291" y="320036"/>
                </a:cubicBezTo>
                <a:cubicBezTo>
                  <a:pt x="498708" y="291193"/>
                  <a:pt x="356023" y="386828"/>
                  <a:pt x="326602" y="533639"/>
                </a:cubicBezTo>
                <a:close/>
              </a:path>
            </a:pathLst>
          </a:custGeom>
          <a:noFill/>
          <a:ln w="1053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47097" y="4505604"/>
            <a:ext cx="1173263" cy="1159212"/>
          </a:xfrm>
          <a:custGeom>
            <a:avLst/>
            <a:gdLst/>
            <a:ahLst/>
            <a:cxnLst/>
            <a:rect l="0" t="0" r="0" b="0"/>
            <a:pathLst>
              <a:path w="1173263" h="1159212">
                <a:moveTo>
                  <a:pt x="429512" y="1149117"/>
                </a:moveTo>
                <a:cubicBezTo>
                  <a:pt x="415279" y="1144873"/>
                  <a:pt x="408106" y="1142730"/>
                  <a:pt x="380214" y="1134405"/>
                </a:cubicBezTo>
                <a:lnTo>
                  <a:pt x="384444" y="963411"/>
                </a:lnTo>
                <a:cubicBezTo>
                  <a:pt x="371102" y="954769"/>
                  <a:pt x="362538" y="949226"/>
                  <a:pt x="353974" y="943676"/>
                </a:cubicBezTo>
                <a:cubicBezTo>
                  <a:pt x="345424" y="938140"/>
                  <a:pt x="336874" y="932604"/>
                  <a:pt x="323553" y="923976"/>
                </a:cubicBezTo>
                <a:lnTo>
                  <a:pt x="168851" y="997506"/>
                </a:lnTo>
                <a:cubicBezTo>
                  <a:pt x="159753" y="986946"/>
                  <a:pt x="153894" y="980146"/>
                  <a:pt x="149194" y="974694"/>
                </a:cubicBezTo>
                <a:cubicBezTo>
                  <a:pt x="139267" y="963158"/>
                  <a:pt x="134503" y="957629"/>
                  <a:pt x="115281" y="935323"/>
                </a:cubicBezTo>
                <a:lnTo>
                  <a:pt x="211496" y="793906"/>
                </a:lnTo>
                <a:lnTo>
                  <a:pt x="204372" y="778176"/>
                </a:lnTo>
                <a:cubicBezTo>
                  <a:pt x="196454" y="760710"/>
                  <a:pt x="191965" y="750804"/>
                  <a:pt x="181588" y="727936"/>
                </a:cubicBezTo>
                <a:lnTo>
                  <a:pt x="11423" y="706297"/>
                </a:lnTo>
                <a:cubicBezTo>
                  <a:pt x="8402" y="684848"/>
                  <a:pt x="7053" y="675287"/>
                  <a:pt x="5711" y="665718"/>
                </a:cubicBezTo>
                <a:cubicBezTo>
                  <a:pt x="4362" y="656156"/>
                  <a:pt x="3020" y="646594"/>
                  <a:pt x="0" y="625152"/>
                </a:cubicBezTo>
                <a:lnTo>
                  <a:pt x="157702" y="558220"/>
                </a:lnTo>
                <a:cubicBezTo>
                  <a:pt x="160013" y="542560"/>
                  <a:pt x="161495" y="532500"/>
                  <a:pt x="162978" y="522446"/>
                </a:cubicBezTo>
                <a:cubicBezTo>
                  <a:pt x="164467" y="512393"/>
                  <a:pt x="165943" y="502332"/>
                  <a:pt x="168261" y="486665"/>
                </a:cubicBezTo>
                <a:lnTo>
                  <a:pt x="36652" y="376716"/>
                </a:lnTo>
                <a:cubicBezTo>
                  <a:pt x="45736" y="357072"/>
                  <a:pt x="49782" y="348311"/>
                  <a:pt x="53829" y="339550"/>
                </a:cubicBezTo>
                <a:cubicBezTo>
                  <a:pt x="57876" y="330783"/>
                  <a:pt x="61930" y="322022"/>
                  <a:pt x="71014" y="302385"/>
                </a:cubicBezTo>
                <a:lnTo>
                  <a:pt x="240125" y="331190"/>
                </a:lnTo>
                <a:cubicBezTo>
                  <a:pt x="253748" y="315650"/>
                  <a:pt x="260998" y="307367"/>
                  <a:pt x="270194" y="296870"/>
                </a:cubicBezTo>
                <a:cubicBezTo>
                  <a:pt x="275091" y="291278"/>
                  <a:pt x="280543" y="285053"/>
                  <a:pt x="287800" y="276770"/>
                </a:cubicBezTo>
                <a:lnTo>
                  <a:pt x="236542" y="113420"/>
                </a:lnTo>
                <a:cubicBezTo>
                  <a:pt x="266021" y="94718"/>
                  <a:pt x="269190" y="92708"/>
                  <a:pt x="288433" y="80498"/>
                </a:cubicBezTo>
                <a:cubicBezTo>
                  <a:pt x="293077" y="77547"/>
                  <a:pt x="298662" y="74006"/>
                  <a:pt x="305779" y="69496"/>
                </a:cubicBezTo>
                <a:lnTo>
                  <a:pt x="432611" y="184897"/>
                </a:lnTo>
                <a:lnTo>
                  <a:pt x="502269" y="164882"/>
                </a:lnTo>
                <a:lnTo>
                  <a:pt x="547633" y="0"/>
                </a:lnTo>
                <a:cubicBezTo>
                  <a:pt x="556162" y="49"/>
                  <a:pt x="562836" y="84"/>
                  <a:pt x="568379" y="112"/>
                </a:cubicBezTo>
                <a:cubicBezTo>
                  <a:pt x="591050" y="231"/>
                  <a:pt x="594879" y="252"/>
                  <a:pt x="629754" y="435"/>
                </a:cubicBezTo>
                <a:lnTo>
                  <a:pt x="674029" y="165781"/>
                </a:lnTo>
                <a:lnTo>
                  <a:pt x="743561" y="186527"/>
                </a:lnTo>
                <a:lnTo>
                  <a:pt x="871144" y="72461"/>
                </a:lnTo>
                <a:cubicBezTo>
                  <a:pt x="889362" y="84257"/>
                  <a:pt x="897483" y="89512"/>
                  <a:pt x="905612" y="94774"/>
                </a:cubicBezTo>
                <a:cubicBezTo>
                  <a:pt x="913740" y="100043"/>
                  <a:pt x="921869" y="105305"/>
                  <a:pt x="940086" y="117101"/>
                </a:cubicBezTo>
                <a:lnTo>
                  <a:pt x="887753" y="279904"/>
                </a:lnTo>
                <a:cubicBezTo>
                  <a:pt x="898101" y="291917"/>
                  <a:pt x="904747" y="299631"/>
                  <a:pt x="911387" y="307338"/>
                </a:cubicBezTo>
                <a:cubicBezTo>
                  <a:pt x="918047" y="315067"/>
                  <a:pt x="924700" y="322788"/>
                  <a:pt x="935077" y="334829"/>
                </a:cubicBezTo>
                <a:lnTo>
                  <a:pt x="1104371" y="307795"/>
                </a:lnTo>
                <a:lnTo>
                  <a:pt x="1138248" y="382484"/>
                </a:lnTo>
                <a:lnTo>
                  <a:pt x="1005915" y="491056"/>
                </a:lnTo>
                <a:cubicBezTo>
                  <a:pt x="1008444" y="509034"/>
                  <a:pt x="1009941" y="519636"/>
                  <a:pt x="1011585" y="531319"/>
                </a:cubicBezTo>
                <a:cubicBezTo>
                  <a:pt x="1012814" y="540024"/>
                  <a:pt x="1014121" y="549319"/>
                  <a:pt x="1016004" y="562717"/>
                </a:cubicBezTo>
                <a:lnTo>
                  <a:pt x="1173263" y="631293"/>
                </a:lnTo>
                <a:lnTo>
                  <a:pt x="1161306" y="712304"/>
                </a:lnTo>
                <a:lnTo>
                  <a:pt x="991000" y="732165"/>
                </a:lnTo>
                <a:cubicBezTo>
                  <a:pt x="985141" y="744853"/>
                  <a:pt x="981129" y="753530"/>
                  <a:pt x="977328" y="761736"/>
                </a:cubicBezTo>
                <a:cubicBezTo>
                  <a:pt x="972530" y="772120"/>
                  <a:pt x="968076" y="781752"/>
                  <a:pt x="960657" y="797812"/>
                </a:cubicBezTo>
                <a:lnTo>
                  <a:pt x="1055944" y="940233"/>
                </a:lnTo>
                <a:cubicBezTo>
                  <a:pt x="1041675" y="956519"/>
                  <a:pt x="1035310" y="963783"/>
                  <a:pt x="1028945" y="971047"/>
                </a:cubicBezTo>
                <a:cubicBezTo>
                  <a:pt x="1022580" y="978312"/>
                  <a:pt x="1016215" y="985569"/>
                  <a:pt x="1001953" y="1001861"/>
                </a:cubicBezTo>
                <a:lnTo>
                  <a:pt x="847728" y="926709"/>
                </a:lnTo>
                <a:lnTo>
                  <a:pt x="786585" y="965504"/>
                </a:lnTo>
                <a:lnTo>
                  <a:pt x="789648" y="1136555"/>
                </a:lnTo>
                <a:lnTo>
                  <a:pt x="771389" y="1141796"/>
                </a:lnTo>
                <a:cubicBezTo>
                  <a:pt x="748106" y="1148484"/>
                  <a:pt x="745106" y="1149341"/>
                  <a:pt x="710773" y="1159212"/>
                </a:cubicBezTo>
                <a:lnTo>
                  <a:pt x="621612" y="1012906"/>
                </a:lnTo>
                <a:cubicBezTo>
                  <a:pt x="590236" y="1012751"/>
                  <a:pt x="581046" y="1012702"/>
                  <a:pt x="550225" y="1012533"/>
                </a:cubicBezTo>
                <a:lnTo>
                  <a:pt x="549073" y="1012533"/>
                </a:lnTo>
                <a:lnTo>
                  <a:pt x="458942" y="1157898"/>
                </a:lnTo>
                <a:lnTo>
                  <a:pt x="429512" y="1149117"/>
                </a:lnTo>
                <a:moveTo>
                  <a:pt x="668135" y="329975"/>
                </a:moveTo>
                <a:cubicBezTo>
                  <a:pt x="525355" y="287562"/>
                  <a:pt x="375360" y="368671"/>
                  <a:pt x="333115" y="511135"/>
                </a:cubicBezTo>
                <a:cubicBezTo>
                  <a:pt x="290871" y="653606"/>
                  <a:pt x="372374" y="803496"/>
                  <a:pt x="515154" y="845909"/>
                </a:cubicBezTo>
                <a:cubicBezTo>
                  <a:pt x="657927" y="888329"/>
                  <a:pt x="807922" y="807212"/>
                  <a:pt x="850166" y="664748"/>
                </a:cubicBezTo>
                <a:cubicBezTo>
                  <a:pt x="892411" y="522278"/>
                  <a:pt x="810907" y="372395"/>
                  <a:pt x="668135" y="329975"/>
                </a:cubicBezTo>
              </a:path>
            </a:pathLst>
          </a:custGeom>
          <a:solidFill>
            <a:srgbClr val="E4575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47097" y="4505604"/>
            <a:ext cx="1173263" cy="1159212"/>
          </a:xfrm>
          <a:custGeom>
            <a:avLst/>
            <a:gdLst/>
            <a:ahLst/>
            <a:cxnLst/>
            <a:rect l="0" t="0" r="0" b="0"/>
            <a:pathLst>
              <a:path w="1173263" h="1159212">
                <a:moveTo>
                  <a:pt x="429512" y="1149117"/>
                </a:moveTo>
                <a:cubicBezTo>
                  <a:pt x="415279" y="1144870"/>
                  <a:pt x="408104" y="1142730"/>
                  <a:pt x="380216" y="1134408"/>
                </a:cubicBezTo>
                <a:lnTo>
                  <a:pt x="380245" y="1134412"/>
                </a:lnTo>
                <a:lnTo>
                  <a:pt x="384444" y="963409"/>
                </a:lnTo>
                <a:cubicBezTo>
                  <a:pt x="371100" y="954768"/>
                  <a:pt x="362539" y="949223"/>
                  <a:pt x="353974" y="943677"/>
                </a:cubicBezTo>
                <a:cubicBezTo>
                  <a:pt x="345426" y="938140"/>
                  <a:pt x="336873" y="932601"/>
                  <a:pt x="323556" y="923977"/>
                </a:cubicBezTo>
                <a:lnTo>
                  <a:pt x="168850" y="997508"/>
                </a:lnTo>
                <a:cubicBezTo>
                  <a:pt x="159754" y="986950"/>
                  <a:pt x="153897" y="980148"/>
                  <a:pt x="149196" y="974692"/>
                </a:cubicBezTo>
                <a:cubicBezTo>
                  <a:pt x="139263" y="963159"/>
                  <a:pt x="134500" y="957630"/>
                  <a:pt x="115278" y="935323"/>
                </a:cubicBezTo>
                <a:lnTo>
                  <a:pt x="211500" y="793904"/>
                </a:lnTo>
                <a:lnTo>
                  <a:pt x="204369" y="778173"/>
                </a:lnTo>
                <a:cubicBezTo>
                  <a:pt x="196452" y="760709"/>
                  <a:pt x="191962" y="750803"/>
                  <a:pt x="181590" y="727938"/>
                </a:cubicBezTo>
                <a:lnTo>
                  <a:pt x="11422" y="706296"/>
                </a:lnTo>
                <a:cubicBezTo>
                  <a:pt x="8401" y="684852"/>
                  <a:pt x="7056" y="675287"/>
                  <a:pt x="5710" y="665721"/>
                </a:cubicBezTo>
                <a:cubicBezTo>
                  <a:pt x="4364" y="656158"/>
                  <a:pt x="3019" y="646594"/>
                  <a:pt x="0" y="625155"/>
                </a:cubicBezTo>
                <a:lnTo>
                  <a:pt x="157703" y="558223"/>
                </a:lnTo>
                <a:cubicBezTo>
                  <a:pt x="160015" y="542558"/>
                  <a:pt x="161498" y="532502"/>
                  <a:pt x="162981" y="522445"/>
                </a:cubicBezTo>
                <a:cubicBezTo>
                  <a:pt x="164464" y="512389"/>
                  <a:pt x="165946" y="502333"/>
                  <a:pt x="168258" y="486668"/>
                </a:cubicBezTo>
                <a:lnTo>
                  <a:pt x="36650" y="376714"/>
                </a:lnTo>
                <a:cubicBezTo>
                  <a:pt x="45732" y="357071"/>
                  <a:pt x="49781" y="348309"/>
                  <a:pt x="53830" y="339548"/>
                </a:cubicBezTo>
                <a:cubicBezTo>
                  <a:pt x="57879" y="330786"/>
                  <a:pt x="61928" y="322025"/>
                  <a:pt x="71011" y="302382"/>
                </a:cubicBezTo>
                <a:lnTo>
                  <a:pt x="240126" y="331191"/>
                </a:lnTo>
                <a:cubicBezTo>
                  <a:pt x="253744" y="315650"/>
                  <a:pt x="260999" y="307367"/>
                  <a:pt x="270194" y="296870"/>
                </a:cubicBezTo>
                <a:cubicBezTo>
                  <a:pt x="275093" y="291276"/>
                  <a:pt x="280544" y="285053"/>
                  <a:pt x="287802" y="276768"/>
                </a:cubicBezTo>
                <a:lnTo>
                  <a:pt x="236545" y="113422"/>
                </a:lnTo>
                <a:cubicBezTo>
                  <a:pt x="266022" y="94715"/>
                  <a:pt x="269190" y="92706"/>
                  <a:pt x="288434" y="80497"/>
                </a:cubicBezTo>
                <a:cubicBezTo>
                  <a:pt x="293079" y="77549"/>
                  <a:pt x="298662" y="74009"/>
                  <a:pt x="305777" y="69495"/>
                </a:cubicBezTo>
                <a:lnTo>
                  <a:pt x="432612" y="184897"/>
                </a:lnTo>
                <a:lnTo>
                  <a:pt x="502271" y="164880"/>
                </a:lnTo>
                <a:lnTo>
                  <a:pt x="547634" y="0"/>
                </a:lnTo>
                <a:cubicBezTo>
                  <a:pt x="556164" y="45"/>
                  <a:pt x="562836" y="81"/>
                  <a:pt x="568381" y="111"/>
                </a:cubicBezTo>
                <a:cubicBezTo>
                  <a:pt x="591048" y="232"/>
                  <a:pt x="594879" y="252"/>
                  <a:pt x="629756" y="432"/>
                </a:cubicBezTo>
                <a:lnTo>
                  <a:pt x="674031" y="165780"/>
                </a:lnTo>
                <a:lnTo>
                  <a:pt x="743559" y="186528"/>
                </a:lnTo>
                <a:lnTo>
                  <a:pt x="871143" y="72460"/>
                </a:lnTo>
                <a:cubicBezTo>
                  <a:pt x="889359" y="84253"/>
                  <a:pt x="897486" y="89515"/>
                  <a:pt x="905612" y="94777"/>
                </a:cubicBezTo>
                <a:cubicBezTo>
                  <a:pt x="913739" y="100040"/>
                  <a:pt x="921866" y="105302"/>
                  <a:pt x="940083" y="117102"/>
                </a:cubicBezTo>
                <a:lnTo>
                  <a:pt x="887753" y="279905"/>
                </a:lnTo>
                <a:cubicBezTo>
                  <a:pt x="898099" y="291915"/>
                  <a:pt x="904746" y="299629"/>
                  <a:pt x="911389" y="307338"/>
                </a:cubicBezTo>
                <a:cubicBezTo>
                  <a:pt x="918048" y="315067"/>
                  <a:pt x="924703" y="322790"/>
                  <a:pt x="935074" y="334829"/>
                </a:cubicBezTo>
                <a:lnTo>
                  <a:pt x="1104374" y="307792"/>
                </a:lnTo>
                <a:lnTo>
                  <a:pt x="1138245" y="382481"/>
                </a:lnTo>
                <a:lnTo>
                  <a:pt x="1005917" y="491053"/>
                </a:lnTo>
                <a:cubicBezTo>
                  <a:pt x="1008446" y="509034"/>
                  <a:pt x="1009940" y="519639"/>
                  <a:pt x="1011585" y="531318"/>
                </a:cubicBezTo>
                <a:cubicBezTo>
                  <a:pt x="1012811" y="540021"/>
                  <a:pt x="1014122" y="549322"/>
                  <a:pt x="1016007" y="562717"/>
                </a:cubicBezTo>
                <a:lnTo>
                  <a:pt x="1173263" y="631292"/>
                </a:lnTo>
                <a:lnTo>
                  <a:pt x="1161308" y="712306"/>
                </a:lnTo>
                <a:lnTo>
                  <a:pt x="991000" y="732168"/>
                </a:lnTo>
                <a:cubicBezTo>
                  <a:pt x="985138" y="744852"/>
                  <a:pt x="981126" y="753527"/>
                  <a:pt x="977332" y="761733"/>
                </a:cubicBezTo>
                <a:cubicBezTo>
                  <a:pt x="972529" y="772120"/>
                  <a:pt x="968074" y="781755"/>
                  <a:pt x="960654" y="797815"/>
                </a:cubicBezTo>
                <a:lnTo>
                  <a:pt x="1055940" y="940231"/>
                </a:lnTo>
                <a:cubicBezTo>
                  <a:pt x="1041674" y="956519"/>
                  <a:pt x="1035310" y="963782"/>
                  <a:pt x="1028946" y="971045"/>
                </a:cubicBezTo>
                <a:cubicBezTo>
                  <a:pt x="1022582" y="978308"/>
                  <a:pt x="1016218" y="985572"/>
                  <a:pt x="1001952" y="1001859"/>
                </a:cubicBezTo>
                <a:lnTo>
                  <a:pt x="847731" y="926710"/>
                </a:lnTo>
                <a:lnTo>
                  <a:pt x="786582" y="965507"/>
                </a:lnTo>
                <a:lnTo>
                  <a:pt x="789646" y="1136551"/>
                </a:lnTo>
                <a:lnTo>
                  <a:pt x="771387" y="1141795"/>
                </a:lnTo>
                <a:cubicBezTo>
                  <a:pt x="748109" y="1148481"/>
                  <a:pt x="745108" y="1149343"/>
                  <a:pt x="710773" y="1159212"/>
                </a:cubicBezTo>
                <a:lnTo>
                  <a:pt x="621610" y="1012907"/>
                </a:lnTo>
                <a:cubicBezTo>
                  <a:pt x="590233" y="1012748"/>
                  <a:pt x="581050" y="1012700"/>
                  <a:pt x="550223" y="1012535"/>
                </a:cubicBezTo>
                <a:lnTo>
                  <a:pt x="549074" y="1012529"/>
                </a:lnTo>
                <a:lnTo>
                  <a:pt x="458940" y="1157896"/>
                </a:lnTo>
                <a:lnTo>
                  <a:pt x="429512" y="1149117"/>
                </a:lnTo>
                <a:close/>
                <a:moveTo>
                  <a:pt x="668131" y="329975"/>
                </a:moveTo>
                <a:cubicBezTo>
                  <a:pt x="525353" y="287558"/>
                  <a:pt x="375358" y="368669"/>
                  <a:pt x="333114" y="511137"/>
                </a:cubicBezTo>
                <a:cubicBezTo>
                  <a:pt x="290871" y="653607"/>
                  <a:pt x="372373" y="803492"/>
                  <a:pt x="515151" y="845909"/>
                </a:cubicBezTo>
                <a:cubicBezTo>
                  <a:pt x="657929" y="888327"/>
                  <a:pt x="807924" y="807216"/>
                  <a:pt x="850168" y="664747"/>
                </a:cubicBezTo>
                <a:cubicBezTo>
                  <a:pt x="892411" y="522278"/>
                  <a:pt x="810909" y="372393"/>
                  <a:pt x="668131" y="329975"/>
                </a:cubicBezTo>
                <a:close/>
              </a:path>
            </a:pathLst>
          </a:custGeom>
          <a:noFill/>
          <a:ln w="1053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79948" y="3191830"/>
            <a:ext cx="2107659" cy="2100683"/>
          </a:xfrm>
          <a:custGeom>
            <a:avLst/>
            <a:gdLst/>
            <a:ahLst/>
            <a:cxnLst/>
            <a:rect l="0" t="0" r="0" b="0"/>
            <a:pathLst>
              <a:path w="2107659" h="2100683">
                <a:moveTo>
                  <a:pt x="6273" y="948278"/>
                </a:moveTo>
                <a:cubicBezTo>
                  <a:pt x="7664" y="933355"/>
                  <a:pt x="9055" y="918440"/>
                  <a:pt x="12540" y="881100"/>
                </a:cubicBezTo>
                <a:lnTo>
                  <a:pt x="236500" y="856869"/>
                </a:lnTo>
                <a:cubicBezTo>
                  <a:pt x="250734" y="811210"/>
                  <a:pt x="254773" y="798269"/>
                  <a:pt x="264827" y="766042"/>
                </a:cubicBezTo>
                <a:lnTo>
                  <a:pt x="274101" y="736310"/>
                </a:lnTo>
                <a:lnTo>
                  <a:pt x="103661" y="588851"/>
                </a:lnTo>
                <a:lnTo>
                  <a:pt x="124977" y="550893"/>
                </a:lnTo>
                <a:cubicBezTo>
                  <a:pt x="139527" y="524975"/>
                  <a:pt x="142590" y="519524"/>
                  <a:pt x="169715" y="471216"/>
                </a:cubicBezTo>
                <a:lnTo>
                  <a:pt x="384163" y="540291"/>
                </a:lnTo>
                <a:lnTo>
                  <a:pt x="467506" y="445474"/>
                </a:lnTo>
                <a:lnTo>
                  <a:pt x="371734" y="241383"/>
                </a:lnTo>
                <a:cubicBezTo>
                  <a:pt x="391041" y="227001"/>
                  <a:pt x="402900" y="218170"/>
                  <a:pt x="412096" y="211320"/>
                </a:cubicBezTo>
                <a:cubicBezTo>
                  <a:pt x="431550" y="196834"/>
                  <a:pt x="439081" y="191220"/>
                  <a:pt x="479893" y="160814"/>
                </a:cubicBezTo>
                <a:lnTo>
                  <a:pt x="647732" y="311231"/>
                </a:lnTo>
                <a:cubicBezTo>
                  <a:pt x="675055" y="298676"/>
                  <a:pt x="690054" y="291784"/>
                  <a:pt x="705061" y="284892"/>
                </a:cubicBezTo>
                <a:cubicBezTo>
                  <a:pt x="720060" y="277993"/>
                  <a:pt x="735067" y="271101"/>
                  <a:pt x="762389" y="258546"/>
                </a:cubicBezTo>
                <a:lnTo>
                  <a:pt x="757823" y="33090"/>
                </a:lnTo>
                <a:cubicBezTo>
                  <a:pt x="794390" y="24877"/>
                  <a:pt x="808997" y="21596"/>
                  <a:pt x="823603" y="18308"/>
                </a:cubicBezTo>
                <a:cubicBezTo>
                  <a:pt x="838209" y="15027"/>
                  <a:pt x="852815" y="11739"/>
                  <a:pt x="889369" y="3519"/>
                </a:cubicBezTo>
                <a:lnTo>
                  <a:pt x="981572" y="209262"/>
                </a:lnTo>
                <a:cubicBezTo>
                  <a:pt x="1011964" y="208918"/>
                  <a:pt x="1028509" y="208728"/>
                  <a:pt x="1045195" y="208531"/>
                </a:cubicBezTo>
                <a:cubicBezTo>
                  <a:pt x="1061522" y="208342"/>
                  <a:pt x="1077997" y="208152"/>
                  <a:pt x="1107736" y="207815"/>
                </a:cubicBezTo>
                <a:lnTo>
                  <a:pt x="1195183" y="0"/>
                </a:lnTo>
                <a:cubicBezTo>
                  <a:pt x="1250931" y="11177"/>
                  <a:pt x="1255891" y="12175"/>
                  <a:pt x="1287112" y="18442"/>
                </a:cubicBezTo>
                <a:cubicBezTo>
                  <a:pt x="1297046" y="20437"/>
                  <a:pt x="1309643" y="22966"/>
                  <a:pt x="1327375" y="26528"/>
                </a:cubicBezTo>
                <a:lnTo>
                  <a:pt x="1328008" y="252026"/>
                </a:lnTo>
                <a:cubicBezTo>
                  <a:pt x="1355618" y="263949"/>
                  <a:pt x="1370772" y="270497"/>
                  <a:pt x="1385933" y="277037"/>
                </a:cubicBezTo>
                <a:cubicBezTo>
                  <a:pt x="1401087" y="283585"/>
                  <a:pt x="1416248" y="290133"/>
                  <a:pt x="1443859" y="302055"/>
                </a:cubicBezTo>
                <a:lnTo>
                  <a:pt x="1608193" y="147817"/>
                </a:lnTo>
                <a:cubicBezTo>
                  <a:pt x="1638754" y="169505"/>
                  <a:pt x="1650971" y="178167"/>
                  <a:pt x="1663182" y="186836"/>
                </a:cubicBezTo>
                <a:cubicBezTo>
                  <a:pt x="1675392" y="195506"/>
                  <a:pt x="1687603" y="204176"/>
                  <a:pt x="1718171" y="225870"/>
                </a:cubicBezTo>
                <a:lnTo>
                  <a:pt x="1627120" y="432119"/>
                </a:lnTo>
                <a:cubicBezTo>
                  <a:pt x="1647494" y="454249"/>
                  <a:pt x="1658685" y="466403"/>
                  <a:pt x="1669870" y="478558"/>
                </a:cubicBezTo>
                <a:cubicBezTo>
                  <a:pt x="1681055" y="490705"/>
                  <a:pt x="1692239" y="502859"/>
                  <a:pt x="1712620" y="524996"/>
                </a:cubicBezTo>
                <a:lnTo>
                  <a:pt x="1925417" y="450989"/>
                </a:lnTo>
                <a:cubicBezTo>
                  <a:pt x="1944533" y="483272"/>
                  <a:pt x="1952163" y="496157"/>
                  <a:pt x="1959800" y="509055"/>
                </a:cubicBezTo>
                <a:cubicBezTo>
                  <a:pt x="1967429" y="521940"/>
                  <a:pt x="1975066" y="534839"/>
                  <a:pt x="1994162" y="567079"/>
                </a:cubicBezTo>
                <a:lnTo>
                  <a:pt x="1827172" y="718430"/>
                </a:lnTo>
                <a:cubicBezTo>
                  <a:pt x="1836797" y="746940"/>
                  <a:pt x="1842073" y="762600"/>
                  <a:pt x="1847356" y="778253"/>
                </a:cubicBezTo>
                <a:cubicBezTo>
                  <a:pt x="1852639" y="793913"/>
                  <a:pt x="1857915" y="809566"/>
                  <a:pt x="1867540" y="838082"/>
                </a:cubicBezTo>
                <a:lnTo>
                  <a:pt x="2092020" y="857114"/>
                </a:lnTo>
                <a:cubicBezTo>
                  <a:pt x="2096369" y="894364"/>
                  <a:pt x="2098104" y="909251"/>
                  <a:pt x="2099840" y="924131"/>
                </a:cubicBezTo>
                <a:cubicBezTo>
                  <a:pt x="2101575" y="939018"/>
                  <a:pt x="2103310" y="953905"/>
                  <a:pt x="2107659" y="991155"/>
                </a:cubicBezTo>
                <a:lnTo>
                  <a:pt x="1893598" y="1061438"/>
                </a:lnTo>
                <a:cubicBezTo>
                  <a:pt x="1890802" y="1091402"/>
                  <a:pt x="1889263" y="1107849"/>
                  <a:pt x="1887732" y="1124302"/>
                </a:cubicBezTo>
                <a:cubicBezTo>
                  <a:pt x="1886193" y="1140763"/>
                  <a:pt x="1884662" y="1157210"/>
                  <a:pt x="1881858" y="1187174"/>
                </a:cubicBezTo>
                <a:lnTo>
                  <a:pt x="2079206" y="1295950"/>
                </a:lnTo>
                <a:cubicBezTo>
                  <a:pt x="2068042" y="1331738"/>
                  <a:pt x="2063581" y="1346042"/>
                  <a:pt x="2059120" y="1360339"/>
                </a:cubicBezTo>
                <a:cubicBezTo>
                  <a:pt x="2054651" y="1374650"/>
                  <a:pt x="2050190" y="1388947"/>
                  <a:pt x="2039020" y="1424763"/>
                </a:cubicBezTo>
                <a:lnTo>
                  <a:pt x="1814919" y="1401825"/>
                </a:lnTo>
                <a:cubicBezTo>
                  <a:pt x="1800173" y="1428093"/>
                  <a:pt x="1792079" y="1442503"/>
                  <a:pt x="1783979" y="1456919"/>
                </a:cubicBezTo>
                <a:cubicBezTo>
                  <a:pt x="1775899" y="1471307"/>
                  <a:pt x="1767813" y="1485710"/>
                  <a:pt x="1753102" y="1511908"/>
                </a:cubicBezTo>
                <a:lnTo>
                  <a:pt x="1889179" y="1691614"/>
                </a:lnTo>
                <a:lnTo>
                  <a:pt x="1861484" y="1723117"/>
                </a:lnTo>
                <a:cubicBezTo>
                  <a:pt x="1840949" y="1746484"/>
                  <a:pt x="1837331" y="1750593"/>
                  <a:pt x="1800123" y="1792936"/>
                </a:cubicBezTo>
                <a:lnTo>
                  <a:pt x="1604708" y="1680746"/>
                </a:lnTo>
                <a:cubicBezTo>
                  <a:pt x="1591465" y="1690609"/>
                  <a:pt x="1581503" y="1698035"/>
                  <a:pt x="1573016" y="1704351"/>
                </a:cubicBezTo>
                <a:cubicBezTo>
                  <a:pt x="1550598" y="1721065"/>
                  <a:pt x="1538493" y="1730079"/>
                  <a:pt x="1503491" y="1756151"/>
                </a:cubicBezTo>
                <a:lnTo>
                  <a:pt x="1554785" y="1975727"/>
                </a:lnTo>
                <a:lnTo>
                  <a:pt x="1432260" y="2032036"/>
                </a:lnTo>
                <a:lnTo>
                  <a:pt x="1299336" y="1849977"/>
                </a:lnTo>
                <a:cubicBezTo>
                  <a:pt x="1269998" y="1856567"/>
                  <a:pt x="1253888" y="1860192"/>
                  <a:pt x="1237779" y="1863817"/>
                </a:cubicBezTo>
                <a:cubicBezTo>
                  <a:pt x="1221676" y="1867435"/>
                  <a:pt x="1205567" y="1871060"/>
                  <a:pt x="1176228" y="1877657"/>
                </a:cubicBezTo>
                <a:lnTo>
                  <a:pt x="1133850" y="2099130"/>
                </a:lnTo>
                <a:lnTo>
                  <a:pt x="999051" y="2100683"/>
                </a:lnTo>
                <a:lnTo>
                  <a:pt x="951622" y="1880229"/>
                </a:lnTo>
                <a:cubicBezTo>
                  <a:pt x="922136" y="1874306"/>
                  <a:pt x="905949" y="1871060"/>
                  <a:pt x="889762" y="1867807"/>
                </a:cubicBezTo>
                <a:cubicBezTo>
                  <a:pt x="873575" y="1864562"/>
                  <a:pt x="857395" y="1861309"/>
                  <a:pt x="827909" y="1855393"/>
                </a:cubicBezTo>
                <a:lnTo>
                  <a:pt x="699202" y="2040467"/>
                </a:lnTo>
                <a:lnTo>
                  <a:pt x="575419" y="1987010"/>
                </a:lnTo>
                <a:lnTo>
                  <a:pt x="621640" y="1766310"/>
                </a:lnTo>
                <a:cubicBezTo>
                  <a:pt x="597121" y="1748900"/>
                  <a:pt x="583653" y="1739339"/>
                  <a:pt x="570185" y="1729784"/>
                </a:cubicBezTo>
                <a:cubicBezTo>
                  <a:pt x="556717" y="1720222"/>
                  <a:pt x="543249" y="1710660"/>
                  <a:pt x="518723" y="1693251"/>
                </a:cubicBezTo>
                <a:lnTo>
                  <a:pt x="325949" y="1809931"/>
                </a:lnTo>
                <a:cubicBezTo>
                  <a:pt x="300552" y="1782349"/>
                  <a:pt x="290407" y="1771333"/>
                  <a:pt x="280262" y="1760310"/>
                </a:cubicBezTo>
                <a:cubicBezTo>
                  <a:pt x="270117" y="1749287"/>
                  <a:pt x="259972" y="1738271"/>
                  <a:pt x="234582" y="1710688"/>
                </a:cubicBezTo>
                <a:lnTo>
                  <a:pt x="366486" y="1527898"/>
                </a:lnTo>
                <a:cubicBezTo>
                  <a:pt x="351129" y="1501974"/>
                  <a:pt x="342712" y="1487754"/>
                  <a:pt x="334281" y="1473521"/>
                </a:cubicBezTo>
                <a:cubicBezTo>
                  <a:pt x="325872" y="1459329"/>
                  <a:pt x="317455" y="1445123"/>
                  <a:pt x="302140" y="1419262"/>
                </a:cubicBezTo>
                <a:lnTo>
                  <a:pt x="78622" y="1447371"/>
                </a:lnTo>
                <a:cubicBezTo>
                  <a:pt x="63932" y="1403841"/>
                  <a:pt x="60054" y="1392333"/>
                  <a:pt x="53738" y="1373610"/>
                </a:cubicBezTo>
                <a:cubicBezTo>
                  <a:pt x="49740" y="1361772"/>
                  <a:pt x="44773" y="1347047"/>
                  <a:pt x="35485" y="1319521"/>
                </a:cubicBezTo>
                <a:lnTo>
                  <a:pt x="230261" y="1206220"/>
                </a:lnTo>
                <a:cubicBezTo>
                  <a:pt x="226777" y="1176333"/>
                  <a:pt x="224859" y="1159915"/>
                  <a:pt x="222941" y="1143503"/>
                </a:cubicBezTo>
                <a:cubicBezTo>
                  <a:pt x="221023" y="1127092"/>
                  <a:pt x="219112" y="1110673"/>
                  <a:pt x="215620" y="1080786"/>
                </a:cubicBezTo>
                <a:lnTo>
                  <a:pt x="0" y="1015456"/>
                </a:lnTo>
                <a:cubicBezTo>
                  <a:pt x="3484" y="978115"/>
                  <a:pt x="4882" y="963200"/>
                  <a:pt x="6273" y="948278"/>
                </a:cubicBezTo>
                <a:moveTo>
                  <a:pt x="1467844" y="1050338"/>
                </a:moveTo>
                <a:cubicBezTo>
                  <a:pt x="1467844" y="821685"/>
                  <a:pt x="1282475" y="636316"/>
                  <a:pt x="1053815" y="636316"/>
                </a:cubicBezTo>
                <a:cubicBezTo>
                  <a:pt x="825162" y="636316"/>
                  <a:pt x="639794" y="821685"/>
                  <a:pt x="639794" y="1050338"/>
                </a:cubicBezTo>
                <a:cubicBezTo>
                  <a:pt x="639794" y="1278998"/>
                  <a:pt x="825162" y="1464366"/>
                  <a:pt x="1053815" y="1464366"/>
                </a:cubicBezTo>
                <a:cubicBezTo>
                  <a:pt x="1282475" y="1464366"/>
                  <a:pt x="1467844" y="1278998"/>
                  <a:pt x="1467844" y="1050338"/>
                </a:cubicBezTo>
              </a:path>
            </a:pathLst>
          </a:custGeom>
          <a:solidFill>
            <a:srgbClr val="A3A3A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479948" y="3191830"/>
            <a:ext cx="2107659" cy="2100681"/>
          </a:xfrm>
          <a:custGeom>
            <a:avLst/>
            <a:gdLst/>
            <a:ahLst/>
            <a:cxnLst/>
            <a:rect l="0" t="0" r="0" b="0"/>
            <a:pathLst>
              <a:path w="2107659" h="2100681">
                <a:moveTo>
                  <a:pt x="6270" y="948278"/>
                </a:moveTo>
                <a:cubicBezTo>
                  <a:pt x="7662" y="933358"/>
                  <a:pt x="9054" y="918437"/>
                  <a:pt x="12541" y="881099"/>
                </a:cubicBezTo>
                <a:lnTo>
                  <a:pt x="12527" y="881071"/>
                </a:lnTo>
                <a:lnTo>
                  <a:pt x="236502" y="856868"/>
                </a:lnTo>
                <a:cubicBezTo>
                  <a:pt x="250735" y="811207"/>
                  <a:pt x="254771" y="798269"/>
                  <a:pt x="264825" y="766042"/>
                </a:cubicBezTo>
                <a:lnTo>
                  <a:pt x="274099" y="736312"/>
                </a:lnTo>
                <a:lnTo>
                  <a:pt x="103664" y="588855"/>
                </a:lnTo>
                <a:lnTo>
                  <a:pt x="124977" y="550892"/>
                </a:lnTo>
                <a:cubicBezTo>
                  <a:pt x="139527" y="524973"/>
                  <a:pt x="142587" y="519521"/>
                  <a:pt x="169717" y="471216"/>
                </a:cubicBezTo>
                <a:lnTo>
                  <a:pt x="384164" y="540291"/>
                </a:lnTo>
                <a:lnTo>
                  <a:pt x="467509" y="445476"/>
                </a:lnTo>
                <a:lnTo>
                  <a:pt x="371737" y="241382"/>
                </a:lnTo>
                <a:cubicBezTo>
                  <a:pt x="391039" y="227004"/>
                  <a:pt x="402900" y="218170"/>
                  <a:pt x="412096" y="211321"/>
                </a:cubicBezTo>
                <a:cubicBezTo>
                  <a:pt x="431546" y="196835"/>
                  <a:pt x="439078" y="191224"/>
                  <a:pt x="479893" y="160816"/>
                </a:cubicBezTo>
                <a:lnTo>
                  <a:pt x="647730" y="311233"/>
                </a:lnTo>
                <a:cubicBezTo>
                  <a:pt x="675053" y="298679"/>
                  <a:pt x="690056" y="291784"/>
                  <a:pt x="705059" y="284890"/>
                </a:cubicBezTo>
                <a:cubicBezTo>
                  <a:pt x="720062" y="277995"/>
                  <a:pt x="735065" y="271101"/>
                  <a:pt x="762388" y="258547"/>
                </a:cubicBezTo>
                <a:lnTo>
                  <a:pt x="757825" y="33093"/>
                </a:lnTo>
                <a:cubicBezTo>
                  <a:pt x="794390" y="24877"/>
                  <a:pt x="808998" y="21595"/>
                  <a:pt x="823605" y="18311"/>
                </a:cubicBezTo>
                <a:cubicBezTo>
                  <a:pt x="838211" y="15027"/>
                  <a:pt x="852816" y="11741"/>
                  <a:pt x="889371" y="3519"/>
                </a:cubicBezTo>
                <a:lnTo>
                  <a:pt x="981570" y="209265"/>
                </a:lnTo>
                <a:cubicBezTo>
                  <a:pt x="1011966" y="208916"/>
                  <a:pt x="1028506" y="208725"/>
                  <a:pt x="1045195" y="208533"/>
                </a:cubicBezTo>
                <a:cubicBezTo>
                  <a:pt x="1061525" y="208344"/>
                  <a:pt x="1077998" y="208155"/>
                  <a:pt x="1107735" y="207814"/>
                </a:cubicBezTo>
                <a:lnTo>
                  <a:pt x="1195184" y="0"/>
                </a:lnTo>
                <a:cubicBezTo>
                  <a:pt x="1250932" y="11179"/>
                  <a:pt x="1255891" y="12175"/>
                  <a:pt x="1287113" y="18445"/>
                </a:cubicBezTo>
                <a:cubicBezTo>
                  <a:pt x="1297048" y="20440"/>
                  <a:pt x="1309642" y="22969"/>
                  <a:pt x="1327377" y="26529"/>
                </a:cubicBezTo>
                <a:lnTo>
                  <a:pt x="1328008" y="252025"/>
                </a:lnTo>
                <a:cubicBezTo>
                  <a:pt x="1355617" y="263947"/>
                  <a:pt x="1370774" y="270494"/>
                  <a:pt x="1385932" y="277040"/>
                </a:cubicBezTo>
                <a:cubicBezTo>
                  <a:pt x="1401089" y="283587"/>
                  <a:pt x="1416246" y="290132"/>
                  <a:pt x="1443856" y="302055"/>
                </a:cubicBezTo>
                <a:lnTo>
                  <a:pt x="1608192" y="147817"/>
                </a:lnTo>
                <a:cubicBezTo>
                  <a:pt x="1638756" y="169505"/>
                  <a:pt x="1650969" y="178170"/>
                  <a:pt x="1663180" y="186836"/>
                </a:cubicBezTo>
                <a:cubicBezTo>
                  <a:pt x="1675392" y="195503"/>
                  <a:pt x="1687604" y="204172"/>
                  <a:pt x="1718171" y="225869"/>
                </a:cubicBezTo>
                <a:lnTo>
                  <a:pt x="1627120" y="432117"/>
                </a:lnTo>
                <a:cubicBezTo>
                  <a:pt x="1647497" y="454252"/>
                  <a:pt x="1658683" y="466404"/>
                  <a:pt x="1669869" y="478556"/>
                </a:cubicBezTo>
                <a:cubicBezTo>
                  <a:pt x="1681054" y="490708"/>
                  <a:pt x="1692240" y="502859"/>
                  <a:pt x="1712617" y="524994"/>
                </a:cubicBezTo>
                <a:lnTo>
                  <a:pt x="1925414" y="450992"/>
                </a:lnTo>
                <a:cubicBezTo>
                  <a:pt x="1944532" y="483271"/>
                  <a:pt x="1952164" y="496159"/>
                  <a:pt x="1959802" y="509058"/>
                </a:cubicBezTo>
                <a:cubicBezTo>
                  <a:pt x="1967432" y="521942"/>
                  <a:pt x="1975068" y="534837"/>
                  <a:pt x="1994164" y="567079"/>
                </a:cubicBezTo>
                <a:lnTo>
                  <a:pt x="1827173" y="718430"/>
                </a:lnTo>
                <a:cubicBezTo>
                  <a:pt x="1836795" y="746942"/>
                  <a:pt x="1842076" y="762599"/>
                  <a:pt x="1847357" y="778255"/>
                </a:cubicBezTo>
                <a:cubicBezTo>
                  <a:pt x="1852638" y="793911"/>
                  <a:pt x="1857918" y="809568"/>
                  <a:pt x="1867540" y="838080"/>
                </a:cubicBezTo>
                <a:lnTo>
                  <a:pt x="2092017" y="857112"/>
                </a:lnTo>
                <a:cubicBezTo>
                  <a:pt x="2096366" y="894364"/>
                  <a:pt x="2098102" y="909249"/>
                  <a:pt x="2099838" y="924133"/>
                </a:cubicBezTo>
                <a:cubicBezTo>
                  <a:pt x="2101574" y="939017"/>
                  <a:pt x="2103311" y="953902"/>
                  <a:pt x="2107659" y="991155"/>
                </a:cubicBezTo>
                <a:lnTo>
                  <a:pt x="1893600" y="1061436"/>
                </a:lnTo>
                <a:cubicBezTo>
                  <a:pt x="1890801" y="1091398"/>
                  <a:pt x="1889265" y="1107852"/>
                  <a:pt x="1887730" y="1124306"/>
                </a:cubicBezTo>
                <a:cubicBezTo>
                  <a:pt x="1886195" y="1140760"/>
                  <a:pt x="1884660" y="1157214"/>
                  <a:pt x="1881861" y="1187176"/>
                </a:cubicBezTo>
                <a:lnTo>
                  <a:pt x="2079203" y="1295952"/>
                </a:lnTo>
                <a:cubicBezTo>
                  <a:pt x="2068044" y="1331738"/>
                  <a:pt x="2063579" y="1346044"/>
                  <a:pt x="2059119" y="1360340"/>
                </a:cubicBezTo>
                <a:cubicBezTo>
                  <a:pt x="2054654" y="1374649"/>
                  <a:pt x="2050192" y="1388949"/>
                  <a:pt x="2039022" y="1424766"/>
                </a:cubicBezTo>
                <a:lnTo>
                  <a:pt x="1814919" y="1401828"/>
                </a:lnTo>
                <a:cubicBezTo>
                  <a:pt x="1800171" y="1428094"/>
                  <a:pt x="1792079" y="1442500"/>
                  <a:pt x="1783979" y="1456921"/>
                </a:cubicBezTo>
                <a:cubicBezTo>
                  <a:pt x="1775899" y="1471307"/>
                  <a:pt x="1767812" y="1485707"/>
                  <a:pt x="1753099" y="1511911"/>
                </a:cubicBezTo>
                <a:lnTo>
                  <a:pt x="1889180" y="1691616"/>
                </a:lnTo>
                <a:lnTo>
                  <a:pt x="1861486" y="1723119"/>
                </a:lnTo>
                <a:cubicBezTo>
                  <a:pt x="1840947" y="1746484"/>
                  <a:pt x="1837333" y="1750596"/>
                  <a:pt x="1800123" y="1792937"/>
                </a:cubicBezTo>
                <a:lnTo>
                  <a:pt x="1604705" y="1680742"/>
                </a:lnTo>
                <a:cubicBezTo>
                  <a:pt x="1591464" y="1690609"/>
                  <a:pt x="1581501" y="1698033"/>
                  <a:pt x="1573016" y="1704355"/>
                </a:cubicBezTo>
                <a:cubicBezTo>
                  <a:pt x="1550595" y="1721063"/>
                  <a:pt x="1538494" y="1730080"/>
                  <a:pt x="1503494" y="1756152"/>
                </a:cubicBezTo>
                <a:lnTo>
                  <a:pt x="1554781" y="1975730"/>
                </a:lnTo>
                <a:lnTo>
                  <a:pt x="1432261" y="2032036"/>
                </a:lnTo>
                <a:lnTo>
                  <a:pt x="1299337" y="1849976"/>
                </a:lnTo>
                <a:cubicBezTo>
                  <a:pt x="1269998" y="1856569"/>
                  <a:pt x="1253890" y="1860192"/>
                  <a:pt x="1237782" y="1863815"/>
                </a:cubicBezTo>
                <a:cubicBezTo>
                  <a:pt x="1221674" y="1867439"/>
                  <a:pt x="1205566" y="1871062"/>
                  <a:pt x="1176227" y="1877655"/>
                </a:cubicBezTo>
                <a:lnTo>
                  <a:pt x="1133852" y="2099129"/>
                </a:lnTo>
                <a:lnTo>
                  <a:pt x="999048" y="2100681"/>
                </a:lnTo>
                <a:lnTo>
                  <a:pt x="951621" y="1880226"/>
                </a:lnTo>
                <a:cubicBezTo>
                  <a:pt x="922139" y="1874308"/>
                  <a:pt x="905952" y="1871058"/>
                  <a:pt x="889765" y="1867808"/>
                </a:cubicBezTo>
                <a:cubicBezTo>
                  <a:pt x="873578" y="1864559"/>
                  <a:pt x="857392" y="1861309"/>
                  <a:pt x="827909" y="1855391"/>
                </a:cubicBezTo>
                <a:lnTo>
                  <a:pt x="699204" y="2040468"/>
                </a:lnTo>
                <a:lnTo>
                  <a:pt x="575421" y="1987006"/>
                </a:lnTo>
                <a:lnTo>
                  <a:pt x="621642" y="1766307"/>
                </a:lnTo>
                <a:cubicBezTo>
                  <a:pt x="597118" y="1748898"/>
                  <a:pt x="583650" y="1739339"/>
                  <a:pt x="570183" y="1729780"/>
                </a:cubicBezTo>
                <a:cubicBezTo>
                  <a:pt x="556716" y="1720221"/>
                  <a:pt x="543248" y="1710662"/>
                  <a:pt x="518724" y="1693253"/>
                </a:cubicBezTo>
                <a:lnTo>
                  <a:pt x="325946" y="1809930"/>
                </a:lnTo>
                <a:cubicBezTo>
                  <a:pt x="300553" y="1782351"/>
                  <a:pt x="290408" y="1771331"/>
                  <a:pt x="280262" y="1760310"/>
                </a:cubicBezTo>
                <a:cubicBezTo>
                  <a:pt x="270117" y="1749290"/>
                  <a:pt x="259972" y="1738269"/>
                  <a:pt x="234579" y="1710691"/>
                </a:cubicBezTo>
                <a:lnTo>
                  <a:pt x="366484" y="1527898"/>
                </a:lnTo>
                <a:cubicBezTo>
                  <a:pt x="351131" y="1501972"/>
                  <a:pt x="342709" y="1487756"/>
                  <a:pt x="334278" y="1473523"/>
                </a:cubicBezTo>
                <a:cubicBezTo>
                  <a:pt x="325869" y="1459330"/>
                  <a:pt x="317452" y="1445121"/>
                  <a:pt x="302140" y="1419265"/>
                </a:cubicBezTo>
                <a:lnTo>
                  <a:pt x="78623" y="1447375"/>
                </a:lnTo>
                <a:cubicBezTo>
                  <a:pt x="63932" y="1403839"/>
                  <a:pt x="60052" y="1392337"/>
                  <a:pt x="53735" y="1373612"/>
                </a:cubicBezTo>
                <a:cubicBezTo>
                  <a:pt x="49742" y="1361775"/>
                  <a:pt x="44775" y="1347050"/>
                  <a:pt x="35487" y="1319523"/>
                </a:cubicBezTo>
                <a:lnTo>
                  <a:pt x="230260" y="1206222"/>
                </a:lnTo>
                <a:cubicBezTo>
                  <a:pt x="226773" y="1176331"/>
                  <a:pt x="224857" y="1159917"/>
                  <a:pt x="222941" y="1143503"/>
                </a:cubicBezTo>
                <a:cubicBezTo>
                  <a:pt x="221026" y="1127089"/>
                  <a:pt x="219110" y="1110674"/>
                  <a:pt x="215623" y="1080783"/>
                </a:cubicBezTo>
                <a:lnTo>
                  <a:pt x="0" y="1015457"/>
                </a:lnTo>
                <a:cubicBezTo>
                  <a:pt x="3486" y="978119"/>
                  <a:pt x="4879" y="963199"/>
                  <a:pt x="6270" y="948278"/>
                </a:cubicBezTo>
                <a:close/>
                <a:moveTo>
                  <a:pt x="1467842" y="1050338"/>
                </a:moveTo>
                <a:cubicBezTo>
                  <a:pt x="1467842" y="821682"/>
                  <a:pt x="1282472" y="636312"/>
                  <a:pt x="1053816" y="636312"/>
                </a:cubicBezTo>
                <a:cubicBezTo>
                  <a:pt x="825159" y="636312"/>
                  <a:pt x="639790" y="821682"/>
                  <a:pt x="639790" y="1050338"/>
                </a:cubicBezTo>
                <a:cubicBezTo>
                  <a:pt x="639790" y="1278995"/>
                  <a:pt x="825159" y="1464364"/>
                  <a:pt x="1053816" y="1464364"/>
                </a:cubicBezTo>
                <a:cubicBezTo>
                  <a:pt x="1282472" y="1464364"/>
                  <a:pt x="1467842" y="1278995"/>
                  <a:pt x="1467842" y="1050338"/>
                </a:cubicBezTo>
                <a:close/>
              </a:path>
            </a:pathLst>
          </a:custGeom>
          <a:noFill/>
          <a:ln w="1053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73456" y="3049654"/>
            <a:ext cx="727838" cy="168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3BC482"/>
                </a:solidFill>
                <a:latin typeface="Roboto"/>
              </a:rPr>
              <a:t>Networking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9027" y="2398144"/>
            <a:ext cx="215462" cy="219934"/>
          </a:xfrm>
          <a:custGeom>
            <a:avLst/>
            <a:gdLst/>
            <a:ahLst/>
            <a:cxnLst/>
            <a:rect l="0" t="0" r="0" b="0"/>
            <a:pathLst>
              <a:path w="215462" h="219934">
                <a:moveTo>
                  <a:pt x="174711" y="135374"/>
                </a:moveTo>
                <a:cubicBezTo>
                  <a:pt x="174711" y="135374"/>
                  <a:pt x="215450" y="130138"/>
                  <a:pt x="215450" y="88790"/>
                </a:cubicBezTo>
                <a:cubicBezTo>
                  <a:pt x="215462" y="76076"/>
                  <a:pt x="210295" y="63906"/>
                  <a:pt x="201140" y="55083"/>
                </a:cubicBezTo>
                <a:cubicBezTo>
                  <a:pt x="191985" y="46261"/>
                  <a:pt x="179632" y="41547"/>
                  <a:pt x="166927" y="42028"/>
                </a:cubicBezTo>
                <a:cubicBezTo>
                  <a:pt x="154160" y="14963"/>
                  <a:pt x="124665" y="0"/>
                  <a:pt x="95284" y="5682"/>
                </a:cubicBezTo>
                <a:cubicBezTo>
                  <a:pt x="65902" y="11365"/>
                  <a:pt x="44114" y="36247"/>
                  <a:pt x="42360" y="66121"/>
                </a:cubicBezTo>
                <a:cubicBezTo>
                  <a:pt x="32001" y="63942"/>
                  <a:pt x="21211" y="66551"/>
                  <a:pt x="12992" y="73221"/>
                </a:cubicBezTo>
                <a:cubicBezTo>
                  <a:pt x="4772" y="79892"/>
                  <a:pt x="0" y="89914"/>
                  <a:pt x="0" y="100500"/>
                </a:cubicBezTo>
                <a:cubicBezTo>
                  <a:pt x="0" y="136180"/>
                  <a:pt x="35924" y="135571"/>
                  <a:pt x="35924" y="135571"/>
                </a:cubicBezTo>
                <a:moveTo>
                  <a:pt x="196715" y="196515"/>
                </a:moveTo>
                <a:cubicBezTo>
                  <a:pt x="196715" y="209449"/>
                  <a:pt x="186231" y="219934"/>
                  <a:pt x="173297" y="219934"/>
                </a:cubicBezTo>
                <a:lnTo>
                  <a:pt x="42154" y="219934"/>
                </a:lnTo>
                <a:cubicBezTo>
                  <a:pt x="29220" y="219934"/>
                  <a:pt x="18735" y="209449"/>
                  <a:pt x="18735" y="196515"/>
                </a:cubicBezTo>
                <a:lnTo>
                  <a:pt x="18735" y="173097"/>
                </a:lnTo>
                <a:lnTo>
                  <a:pt x="196715" y="173097"/>
                </a:lnTo>
                <a:close/>
                <a:moveTo>
                  <a:pt x="18735" y="173097"/>
                </a:moveTo>
                <a:lnTo>
                  <a:pt x="40589" y="125398"/>
                </a:lnTo>
                <a:cubicBezTo>
                  <a:pt x="43202" y="120418"/>
                  <a:pt x="48247" y="117185"/>
                  <a:pt x="53863" y="116893"/>
                </a:cubicBezTo>
                <a:lnTo>
                  <a:pt x="154562" y="116893"/>
                </a:lnTo>
                <a:cubicBezTo>
                  <a:pt x="160257" y="117226"/>
                  <a:pt x="165463" y="120221"/>
                  <a:pt x="168613" y="124977"/>
                </a:cubicBezTo>
                <a:lnTo>
                  <a:pt x="196715" y="173097"/>
                </a:lnTo>
                <a:close/>
                <a:moveTo>
                  <a:pt x="135827" y="201199"/>
                </a:moveTo>
                <a:lnTo>
                  <a:pt x="163929" y="201199"/>
                </a:lnTo>
              </a:path>
            </a:pathLst>
          </a:custGeom>
          <a:noFill/>
          <a:ln w="1053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66254" y="3049654"/>
            <a:ext cx="973837" cy="168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DC8331"/>
                </a:solidFill>
                <a:latin typeface="Roboto"/>
              </a:rPr>
              <a:t>Database 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10880" y="3262085"/>
            <a:ext cx="217791" cy="217791"/>
          </a:xfrm>
          <a:custGeom>
            <a:avLst/>
            <a:gdLst/>
            <a:ahLst/>
            <a:cxnLst/>
            <a:rect l="0" t="0" r="0" b="0"/>
            <a:pathLst>
              <a:path w="217791" h="217791">
                <a:moveTo>
                  <a:pt x="81964" y="140979"/>
                </a:moveTo>
                <a:cubicBezTo>
                  <a:pt x="81964" y="146599"/>
                  <a:pt x="78217" y="150346"/>
                  <a:pt x="72597" y="150346"/>
                </a:cubicBezTo>
                <a:lnTo>
                  <a:pt x="16392" y="150346"/>
                </a:lnTo>
                <a:cubicBezTo>
                  <a:pt x="10772" y="150346"/>
                  <a:pt x="7025" y="146599"/>
                  <a:pt x="7025" y="140979"/>
                </a:cubicBezTo>
                <a:lnTo>
                  <a:pt x="7025" y="84775"/>
                </a:lnTo>
                <a:cubicBezTo>
                  <a:pt x="7025" y="79154"/>
                  <a:pt x="10772" y="75407"/>
                  <a:pt x="16392" y="75407"/>
                </a:cubicBezTo>
                <a:lnTo>
                  <a:pt x="72597" y="75407"/>
                </a:lnTo>
                <a:cubicBezTo>
                  <a:pt x="78217" y="75407"/>
                  <a:pt x="81964" y="79154"/>
                  <a:pt x="81964" y="84775"/>
                </a:cubicBezTo>
                <a:close/>
                <a:moveTo>
                  <a:pt x="161587" y="35127"/>
                </a:moveTo>
                <a:cubicBezTo>
                  <a:pt x="161587" y="40748"/>
                  <a:pt x="157840" y="44495"/>
                  <a:pt x="152219" y="44495"/>
                </a:cubicBezTo>
                <a:lnTo>
                  <a:pt x="133485" y="44495"/>
                </a:lnTo>
                <a:cubicBezTo>
                  <a:pt x="127864" y="44495"/>
                  <a:pt x="124117" y="40748"/>
                  <a:pt x="124117" y="35127"/>
                </a:cubicBezTo>
                <a:lnTo>
                  <a:pt x="124117" y="16392"/>
                </a:lnTo>
                <a:cubicBezTo>
                  <a:pt x="124117" y="10772"/>
                  <a:pt x="127864" y="7025"/>
                  <a:pt x="133485" y="7025"/>
                </a:cubicBezTo>
                <a:lnTo>
                  <a:pt x="152219" y="7025"/>
                </a:lnTo>
                <a:cubicBezTo>
                  <a:pt x="157840" y="7025"/>
                  <a:pt x="161587" y="10772"/>
                  <a:pt x="161587" y="16392"/>
                </a:cubicBezTo>
                <a:close/>
                <a:moveTo>
                  <a:pt x="217791" y="89458"/>
                </a:moveTo>
                <a:cubicBezTo>
                  <a:pt x="217791" y="95078"/>
                  <a:pt x="214044" y="98825"/>
                  <a:pt x="208424" y="98825"/>
                </a:cubicBezTo>
                <a:lnTo>
                  <a:pt x="189689" y="98825"/>
                </a:lnTo>
                <a:cubicBezTo>
                  <a:pt x="184068" y="98825"/>
                  <a:pt x="180321" y="95078"/>
                  <a:pt x="180321" y="89458"/>
                </a:cubicBezTo>
                <a:lnTo>
                  <a:pt x="180321" y="70724"/>
                </a:lnTo>
                <a:cubicBezTo>
                  <a:pt x="180321" y="65103"/>
                  <a:pt x="184068" y="61356"/>
                  <a:pt x="189689" y="61356"/>
                </a:cubicBezTo>
                <a:lnTo>
                  <a:pt x="208424" y="61356"/>
                </a:lnTo>
                <a:cubicBezTo>
                  <a:pt x="214044" y="61356"/>
                  <a:pt x="217791" y="65103"/>
                  <a:pt x="217791" y="70724"/>
                </a:cubicBezTo>
                <a:close/>
                <a:moveTo>
                  <a:pt x="217791" y="155030"/>
                </a:moveTo>
                <a:cubicBezTo>
                  <a:pt x="217791" y="160650"/>
                  <a:pt x="214044" y="164397"/>
                  <a:pt x="208424" y="164397"/>
                </a:cubicBezTo>
                <a:lnTo>
                  <a:pt x="189689" y="164397"/>
                </a:lnTo>
                <a:cubicBezTo>
                  <a:pt x="184068" y="164397"/>
                  <a:pt x="180321" y="160650"/>
                  <a:pt x="180321" y="155030"/>
                </a:cubicBezTo>
                <a:lnTo>
                  <a:pt x="180321" y="136295"/>
                </a:lnTo>
                <a:cubicBezTo>
                  <a:pt x="180321" y="130674"/>
                  <a:pt x="184068" y="126927"/>
                  <a:pt x="189689" y="126927"/>
                </a:cubicBezTo>
                <a:lnTo>
                  <a:pt x="208424" y="126927"/>
                </a:lnTo>
                <a:cubicBezTo>
                  <a:pt x="214044" y="126927"/>
                  <a:pt x="217791" y="130674"/>
                  <a:pt x="217791" y="136295"/>
                </a:cubicBezTo>
                <a:close/>
                <a:moveTo>
                  <a:pt x="161587" y="208424"/>
                </a:moveTo>
                <a:cubicBezTo>
                  <a:pt x="161587" y="214044"/>
                  <a:pt x="157840" y="217791"/>
                  <a:pt x="152219" y="217791"/>
                </a:cubicBezTo>
                <a:lnTo>
                  <a:pt x="133485" y="217791"/>
                </a:lnTo>
                <a:cubicBezTo>
                  <a:pt x="127864" y="217791"/>
                  <a:pt x="124117" y="214044"/>
                  <a:pt x="124117" y="208424"/>
                </a:cubicBezTo>
                <a:lnTo>
                  <a:pt x="124117" y="189689"/>
                </a:lnTo>
                <a:cubicBezTo>
                  <a:pt x="124117" y="184068"/>
                  <a:pt x="127864" y="180321"/>
                  <a:pt x="133485" y="180321"/>
                </a:cubicBezTo>
                <a:lnTo>
                  <a:pt x="152219" y="180321"/>
                </a:lnTo>
                <a:cubicBezTo>
                  <a:pt x="157840" y="180321"/>
                  <a:pt x="161587" y="184068"/>
                  <a:pt x="161587" y="189689"/>
                </a:cubicBezTo>
                <a:close/>
                <a:moveTo>
                  <a:pt x="180321" y="80091"/>
                </a:moveTo>
                <a:lnTo>
                  <a:pt x="81964" y="112876"/>
                </a:lnTo>
                <a:lnTo>
                  <a:pt x="127118" y="42299"/>
                </a:lnTo>
                <a:moveTo>
                  <a:pt x="0" y="0"/>
                </a:moveTo>
                <a:moveTo>
                  <a:pt x="180321" y="145662"/>
                </a:moveTo>
                <a:lnTo>
                  <a:pt x="81964" y="112876"/>
                </a:lnTo>
                <a:lnTo>
                  <a:pt x="126751" y="182846"/>
                </a:lnTo>
                <a:moveTo>
                  <a:pt x="0" y="0"/>
                </a:moveTo>
                <a:moveTo>
                  <a:pt x="159861" y="40896"/>
                </a:moveTo>
                <a:lnTo>
                  <a:pt x="182913" y="63948"/>
                </a:lnTo>
                <a:moveTo>
                  <a:pt x="199056" y="98825"/>
                </a:moveTo>
                <a:lnTo>
                  <a:pt x="199056" y="126927"/>
                </a:lnTo>
                <a:moveTo>
                  <a:pt x="0" y="0"/>
                </a:moveTo>
                <a:moveTo>
                  <a:pt x="159436" y="183399"/>
                </a:moveTo>
                <a:lnTo>
                  <a:pt x="182470" y="161285"/>
                </a:lnTo>
              </a:path>
            </a:pathLst>
          </a:custGeom>
          <a:noFill/>
          <a:ln w="1053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988063" y="3376845"/>
            <a:ext cx="196714" cy="210765"/>
          </a:xfrm>
          <a:custGeom>
            <a:avLst/>
            <a:gdLst/>
            <a:ahLst/>
            <a:cxnLst/>
            <a:rect l="0" t="0" r="0" b="0"/>
            <a:pathLst>
              <a:path w="196714" h="210765">
                <a:moveTo>
                  <a:pt x="28130" y="28102"/>
                </a:moveTo>
                <a:cubicBezTo>
                  <a:pt x="28130" y="43622"/>
                  <a:pt x="63778" y="56204"/>
                  <a:pt x="107752" y="56204"/>
                </a:cubicBezTo>
                <a:cubicBezTo>
                  <a:pt x="151727" y="56204"/>
                  <a:pt x="187375" y="43622"/>
                  <a:pt x="187375" y="28102"/>
                </a:cubicBezTo>
                <a:cubicBezTo>
                  <a:pt x="187375" y="12581"/>
                  <a:pt x="151727" y="0"/>
                  <a:pt x="107752" y="0"/>
                </a:cubicBezTo>
                <a:cubicBezTo>
                  <a:pt x="63778" y="0"/>
                  <a:pt x="28130" y="12581"/>
                  <a:pt x="28130" y="28102"/>
                </a:cubicBezTo>
                <a:close/>
                <a:moveTo>
                  <a:pt x="28102" y="65562"/>
                </a:moveTo>
                <a:cubicBezTo>
                  <a:pt x="28102" y="81093"/>
                  <a:pt x="63754" y="93664"/>
                  <a:pt x="107724" y="93664"/>
                </a:cubicBezTo>
                <a:cubicBezTo>
                  <a:pt x="151695" y="93664"/>
                  <a:pt x="187347" y="81083"/>
                  <a:pt x="187347" y="65562"/>
                </a:cubicBezTo>
                <a:moveTo>
                  <a:pt x="28102" y="103031"/>
                </a:moveTo>
                <a:cubicBezTo>
                  <a:pt x="28102" y="118553"/>
                  <a:pt x="63754" y="131133"/>
                  <a:pt x="107724" y="131133"/>
                </a:cubicBezTo>
                <a:cubicBezTo>
                  <a:pt x="151695" y="131133"/>
                  <a:pt x="187347" y="118553"/>
                  <a:pt x="187347" y="103031"/>
                </a:cubicBezTo>
                <a:moveTo>
                  <a:pt x="187347" y="28092"/>
                </a:moveTo>
                <a:lnTo>
                  <a:pt x="187347" y="140501"/>
                </a:lnTo>
                <a:cubicBezTo>
                  <a:pt x="187347" y="156023"/>
                  <a:pt x="151695" y="168603"/>
                  <a:pt x="107724" y="168603"/>
                </a:cubicBezTo>
                <a:cubicBezTo>
                  <a:pt x="63754" y="168603"/>
                  <a:pt x="28102" y="156023"/>
                  <a:pt x="28102" y="140501"/>
                </a:cubicBezTo>
                <a:lnTo>
                  <a:pt x="28102" y="28092"/>
                </a:lnTo>
                <a:moveTo>
                  <a:pt x="0" y="196714"/>
                </a:moveTo>
                <a:lnTo>
                  <a:pt x="88990" y="196714"/>
                </a:lnTo>
                <a:moveTo>
                  <a:pt x="103069" y="168612"/>
                </a:moveTo>
                <a:lnTo>
                  <a:pt x="103069" y="182663"/>
                </a:lnTo>
                <a:moveTo>
                  <a:pt x="88990" y="196714"/>
                </a:moveTo>
                <a:cubicBezTo>
                  <a:pt x="88990" y="204475"/>
                  <a:pt x="95280" y="210765"/>
                  <a:pt x="103041" y="210765"/>
                </a:cubicBezTo>
                <a:cubicBezTo>
                  <a:pt x="110801" y="210765"/>
                  <a:pt x="117092" y="204475"/>
                  <a:pt x="117092" y="196714"/>
                </a:cubicBezTo>
                <a:cubicBezTo>
                  <a:pt x="117092" y="188954"/>
                  <a:pt x="110801" y="182663"/>
                  <a:pt x="103041" y="182663"/>
                </a:cubicBezTo>
                <a:cubicBezTo>
                  <a:pt x="95280" y="182663"/>
                  <a:pt x="88990" y="188954"/>
                  <a:pt x="88990" y="196714"/>
                </a:cubicBezTo>
                <a:close/>
                <a:moveTo>
                  <a:pt x="117092" y="196714"/>
                </a:moveTo>
                <a:lnTo>
                  <a:pt x="196714" y="196714"/>
                </a:lnTo>
              </a:path>
            </a:pathLst>
          </a:custGeom>
          <a:noFill/>
          <a:ln w="1053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3837" y="3299461"/>
            <a:ext cx="917464" cy="379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484848"/>
                </a:solidFill>
                <a:latin typeface="Roboto"/>
              </a:rPr>
              <a:t>Flat network design
with minimal
segmentation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6254" y="3299461"/>
            <a:ext cx="993909" cy="379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484848"/>
                </a:solidFill>
                <a:latin typeface="Roboto"/>
              </a:rPr>
              <a:t>Single database
instance with limited
redundancy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6242" y="4077047"/>
            <a:ext cx="295072" cy="323174"/>
          </a:xfrm>
          <a:custGeom>
            <a:avLst/>
            <a:gdLst/>
            <a:ahLst/>
            <a:cxnLst/>
            <a:rect l="0" t="0" r="0" b="0"/>
            <a:pathLst>
              <a:path w="295072" h="323174">
                <a:moveTo>
                  <a:pt x="98357" y="0"/>
                </a:moveTo>
                <a:lnTo>
                  <a:pt x="14051" y="0"/>
                </a:lnTo>
                <a:cubicBezTo>
                  <a:pt x="6290" y="0"/>
                  <a:pt x="0" y="6290"/>
                  <a:pt x="0" y="14051"/>
                </a:cubicBezTo>
                <a:lnTo>
                  <a:pt x="0" y="309123"/>
                </a:lnTo>
                <a:cubicBezTo>
                  <a:pt x="0" y="316883"/>
                  <a:pt x="6290" y="323174"/>
                  <a:pt x="14051" y="323174"/>
                </a:cubicBezTo>
                <a:lnTo>
                  <a:pt x="98357" y="323174"/>
                </a:lnTo>
                <a:close/>
                <a:moveTo>
                  <a:pt x="98357" y="0"/>
                </a:moveTo>
                <a:lnTo>
                  <a:pt x="196714" y="0"/>
                </a:lnTo>
                <a:lnTo>
                  <a:pt x="196714" y="323174"/>
                </a:lnTo>
                <a:lnTo>
                  <a:pt x="98357" y="323174"/>
                </a:lnTo>
                <a:close/>
                <a:moveTo>
                  <a:pt x="295072" y="14051"/>
                </a:moveTo>
                <a:cubicBezTo>
                  <a:pt x="295072" y="6290"/>
                  <a:pt x="288781" y="0"/>
                  <a:pt x="281021" y="0"/>
                </a:cubicBezTo>
                <a:lnTo>
                  <a:pt x="196714" y="0"/>
                </a:lnTo>
                <a:lnTo>
                  <a:pt x="196714" y="323174"/>
                </a:lnTo>
                <a:lnTo>
                  <a:pt x="281021" y="323174"/>
                </a:lnTo>
                <a:cubicBezTo>
                  <a:pt x="288781" y="323174"/>
                  <a:pt x="295072" y="316883"/>
                  <a:pt x="295072" y="309123"/>
                </a:cubicBezTo>
                <a:close/>
                <a:moveTo>
                  <a:pt x="133485" y="35127"/>
                </a:moveTo>
                <a:lnTo>
                  <a:pt x="161587" y="35127"/>
                </a:lnTo>
                <a:moveTo>
                  <a:pt x="133485" y="63229"/>
                </a:moveTo>
                <a:lnTo>
                  <a:pt x="161587" y="63229"/>
                </a:lnTo>
                <a:moveTo>
                  <a:pt x="133485" y="91331"/>
                </a:moveTo>
                <a:lnTo>
                  <a:pt x="161587" y="91331"/>
                </a:lnTo>
                <a:moveTo>
                  <a:pt x="133485" y="252919"/>
                </a:moveTo>
                <a:lnTo>
                  <a:pt x="161587" y="252919"/>
                </a:lnTo>
                <a:moveTo>
                  <a:pt x="133485" y="281021"/>
                </a:moveTo>
                <a:lnTo>
                  <a:pt x="161587" y="281021"/>
                </a:lnTo>
                <a:moveTo>
                  <a:pt x="259944" y="35127"/>
                </a:moveTo>
                <a:lnTo>
                  <a:pt x="231842" y="35127"/>
                </a:lnTo>
                <a:moveTo>
                  <a:pt x="259944" y="63229"/>
                </a:moveTo>
                <a:lnTo>
                  <a:pt x="231842" y="63229"/>
                </a:lnTo>
                <a:moveTo>
                  <a:pt x="259944" y="91331"/>
                </a:moveTo>
                <a:lnTo>
                  <a:pt x="231842" y="91331"/>
                </a:lnTo>
                <a:moveTo>
                  <a:pt x="259944" y="252919"/>
                </a:moveTo>
                <a:lnTo>
                  <a:pt x="231842" y="252919"/>
                </a:lnTo>
                <a:moveTo>
                  <a:pt x="259944" y="281021"/>
                </a:moveTo>
                <a:lnTo>
                  <a:pt x="231842" y="281021"/>
                </a:lnTo>
                <a:moveTo>
                  <a:pt x="63229" y="35127"/>
                </a:moveTo>
                <a:lnTo>
                  <a:pt x="35127" y="35127"/>
                </a:lnTo>
                <a:moveTo>
                  <a:pt x="63229" y="63229"/>
                </a:moveTo>
                <a:lnTo>
                  <a:pt x="35127" y="63229"/>
                </a:lnTo>
                <a:moveTo>
                  <a:pt x="63229" y="91331"/>
                </a:moveTo>
                <a:lnTo>
                  <a:pt x="35127" y="91331"/>
                </a:lnTo>
                <a:moveTo>
                  <a:pt x="63229" y="252919"/>
                </a:moveTo>
                <a:lnTo>
                  <a:pt x="35127" y="252919"/>
                </a:lnTo>
                <a:moveTo>
                  <a:pt x="63229" y="281021"/>
                </a:moveTo>
                <a:lnTo>
                  <a:pt x="35127" y="281021"/>
                </a:lnTo>
                <a:moveTo>
                  <a:pt x="35127" y="147536"/>
                </a:moveTo>
                <a:cubicBezTo>
                  <a:pt x="35127" y="145596"/>
                  <a:pt x="33554" y="144023"/>
                  <a:pt x="31614" y="144023"/>
                </a:cubicBezTo>
                <a:moveTo>
                  <a:pt x="31614" y="144023"/>
                </a:moveTo>
                <a:cubicBezTo>
                  <a:pt x="29674" y="144023"/>
                  <a:pt x="28102" y="145596"/>
                  <a:pt x="28102" y="147536"/>
                </a:cubicBezTo>
                <a:moveTo>
                  <a:pt x="31614" y="151048"/>
                </a:moveTo>
                <a:cubicBezTo>
                  <a:pt x="29674" y="151048"/>
                  <a:pt x="28102" y="149476"/>
                  <a:pt x="28102" y="147536"/>
                </a:cubicBezTo>
                <a:moveTo>
                  <a:pt x="35127" y="147536"/>
                </a:moveTo>
                <a:cubicBezTo>
                  <a:pt x="35127" y="149476"/>
                  <a:pt x="33554" y="151048"/>
                  <a:pt x="31614" y="151048"/>
                </a:cubicBezTo>
                <a:moveTo>
                  <a:pt x="129972" y="144023"/>
                </a:moveTo>
                <a:cubicBezTo>
                  <a:pt x="131912" y="144023"/>
                  <a:pt x="133485" y="145596"/>
                  <a:pt x="133485" y="147536"/>
                </a:cubicBezTo>
                <a:moveTo>
                  <a:pt x="126459" y="147536"/>
                </a:moveTo>
                <a:cubicBezTo>
                  <a:pt x="126459" y="145596"/>
                  <a:pt x="128032" y="144023"/>
                  <a:pt x="129972" y="144023"/>
                </a:cubicBezTo>
                <a:moveTo>
                  <a:pt x="126459" y="147536"/>
                </a:moveTo>
                <a:cubicBezTo>
                  <a:pt x="126459" y="149476"/>
                  <a:pt x="128032" y="151048"/>
                  <a:pt x="129972" y="151048"/>
                </a:cubicBezTo>
                <a:moveTo>
                  <a:pt x="129972" y="151048"/>
                </a:moveTo>
                <a:cubicBezTo>
                  <a:pt x="131912" y="151048"/>
                  <a:pt x="133485" y="149476"/>
                  <a:pt x="133485" y="147536"/>
                </a:cubicBezTo>
                <a:moveTo>
                  <a:pt x="231842" y="147536"/>
                </a:moveTo>
                <a:cubicBezTo>
                  <a:pt x="231842" y="145596"/>
                  <a:pt x="230269" y="144023"/>
                  <a:pt x="228329" y="144023"/>
                </a:cubicBezTo>
                <a:moveTo>
                  <a:pt x="228329" y="144023"/>
                </a:moveTo>
                <a:cubicBezTo>
                  <a:pt x="226389" y="144023"/>
                  <a:pt x="224817" y="145596"/>
                  <a:pt x="224817" y="147536"/>
                </a:cubicBezTo>
                <a:moveTo>
                  <a:pt x="228329" y="151048"/>
                </a:moveTo>
                <a:cubicBezTo>
                  <a:pt x="226389" y="151048"/>
                  <a:pt x="224817" y="149476"/>
                  <a:pt x="224817" y="147536"/>
                </a:cubicBezTo>
                <a:moveTo>
                  <a:pt x="231842" y="147536"/>
                </a:moveTo>
                <a:cubicBezTo>
                  <a:pt x="231842" y="149476"/>
                  <a:pt x="230269" y="151048"/>
                  <a:pt x="228329" y="151048"/>
                </a:cubicBezTo>
              </a:path>
            </a:pathLst>
          </a:custGeom>
          <a:noFill/>
          <a:ln w="1053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07047" y="1423664"/>
            <a:ext cx="853482" cy="379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484848"/>
                </a:solidFill>
                <a:latin typeface="Roboto"/>
              </a:rPr>
              <a:t>Localized storage
systems with
manual backups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87744" y="1173857"/>
            <a:ext cx="492061" cy="168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DDC916"/>
                </a:solidFill>
                <a:latin typeface="Roboto"/>
              </a:rPr>
              <a:t>Storage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31257" y="4868590"/>
            <a:ext cx="215449" cy="215449"/>
          </a:xfrm>
          <a:custGeom>
            <a:avLst/>
            <a:gdLst/>
            <a:ahLst/>
            <a:cxnLst/>
            <a:rect l="0" t="0" r="0" b="0"/>
            <a:pathLst>
              <a:path w="215449" h="215449">
                <a:moveTo>
                  <a:pt x="112408" y="154833"/>
                </a:moveTo>
                <a:cubicBezTo>
                  <a:pt x="112408" y="178263"/>
                  <a:pt x="131402" y="197258"/>
                  <a:pt x="154833" y="197258"/>
                </a:cubicBezTo>
                <a:cubicBezTo>
                  <a:pt x="178263" y="197258"/>
                  <a:pt x="197258" y="178263"/>
                  <a:pt x="197258" y="154833"/>
                </a:cubicBezTo>
                <a:cubicBezTo>
                  <a:pt x="197258" y="131402"/>
                  <a:pt x="178263" y="112408"/>
                  <a:pt x="154833" y="112408"/>
                </a:cubicBezTo>
                <a:cubicBezTo>
                  <a:pt x="131402" y="112408"/>
                  <a:pt x="112408" y="131402"/>
                  <a:pt x="112408" y="154833"/>
                </a:cubicBezTo>
                <a:close/>
                <a:moveTo>
                  <a:pt x="215449" y="215449"/>
                </a:moveTo>
                <a:lnTo>
                  <a:pt x="185024" y="185024"/>
                </a:lnTo>
                <a:moveTo>
                  <a:pt x="46836" y="187347"/>
                </a:moveTo>
                <a:lnTo>
                  <a:pt x="74939" y="187347"/>
                </a:lnTo>
                <a:moveTo>
                  <a:pt x="74948" y="140510"/>
                </a:moveTo>
                <a:lnTo>
                  <a:pt x="74948" y="187347"/>
                </a:lnTo>
                <a:moveTo>
                  <a:pt x="25760" y="182663"/>
                </a:moveTo>
                <a:cubicBezTo>
                  <a:pt x="24466" y="182663"/>
                  <a:pt x="23418" y="183712"/>
                  <a:pt x="23418" y="185005"/>
                </a:cubicBezTo>
                <a:cubicBezTo>
                  <a:pt x="23418" y="186299"/>
                  <a:pt x="24466" y="187347"/>
                  <a:pt x="25760" y="187347"/>
                </a:cubicBezTo>
                <a:cubicBezTo>
                  <a:pt x="27053" y="187347"/>
                  <a:pt x="28102" y="186299"/>
                  <a:pt x="28102" y="185005"/>
                </a:cubicBezTo>
                <a:cubicBezTo>
                  <a:pt x="28102" y="183712"/>
                  <a:pt x="27053" y="182663"/>
                  <a:pt x="25760" y="182663"/>
                </a:cubicBezTo>
                <a:lnTo>
                  <a:pt x="25760" y="182663"/>
                </a:lnTo>
                <a:moveTo>
                  <a:pt x="2341" y="182663"/>
                </a:moveTo>
                <a:cubicBezTo>
                  <a:pt x="1048" y="182663"/>
                  <a:pt x="0" y="183712"/>
                  <a:pt x="0" y="185005"/>
                </a:cubicBezTo>
                <a:cubicBezTo>
                  <a:pt x="0" y="186299"/>
                  <a:pt x="1048" y="187347"/>
                  <a:pt x="2341" y="187347"/>
                </a:cubicBezTo>
                <a:cubicBezTo>
                  <a:pt x="3635" y="187347"/>
                  <a:pt x="4683" y="186299"/>
                  <a:pt x="4683" y="185005"/>
                </a:cubicBezTo>
                <a:cubicBezTo>
                  <a:pt x="4683" y="183712"/>
                  <a:pt x="3635" y="182663"/>
                  <a:pt x="2341" y="182663"/>
                </a:cubicBezTo>
                <a:lnTo>
                  <a:pt x="2341" y="182663"/>
                </a:lnTo>
                <a:moveTo>
                  <a:pt x="35127" y="114750"/>
                </a:moveTo>
                <a:cubicBezTo>
                  <a:pt x="33834" y="114750"/>
                  <a:pt x="32785" y="115798"/>
                  <a:pt x="32785" y="117092"/>
                </a:cubicBezTo>
                <a:cubicBezTo>
                  <a:pt x="32785" y="118385"/>
                  <a:pt x="33834" y="119434"/>
                  <a:pt x="35127" y="119434"/>
                </a:cubicBezTo>
                <a:cubicBezTo>
                  <a:pt x="36421" y="119434"/>
                  <a:pt x="37469" y="118385"/>
                  <a:pt x="37469" y="117092"/>
                </a:cubicBezTo>
                <a:cubicBezTo>
                  <a:pt x="37469" y="115798"/>
                  <a:pt x="36421" y="114750"/>
                  <a:pt x="35127" y="114750"/>
                </a:cubicBezTo>
                <a:lnTo>
                  <a:pt x="35127" y="114750"/>
                </a:lnTo>
                <a:moveTo>
                  <a:pt x="58546" y="114750"/>
                </a:moveTo>
                <a:cubicBezTo>
                  <a:pt x="57252" y="114750"/>
                  <a:pt x="56204" y="115798"/>
                  <a:pt x="56204" y="117092"/>
                </a:cubicBezTo>
                <a:cubicBezTo>
                  <a:pt x="56204" y="118385"/>
                  <a:pt x="57252" y="119434"/>
                  <a:pt x="58546" y="119434"/>
                </a:cubicBezTo>
                <a:cubicBezTo>
                  <a:pt x="59839" y="119434"/>
                  <a:pt x="60887" y="118385"/>
                  <a:pt x="60887" y="117092"/>
                </a:cubicBezTo>
                <a:cubicBezTo>
                  <a:pt x="60887" y="115798"/>
                  <a:pt x="59839" y="114750"/>
                  <a:pt x="58546" y="114750"/>
                </a:cubicBezTo>
                <a:lnTo>
                  <a:pt x="58546" y="114750"/>
                </a:lnTo>
                <a:moveTo>
                  <a:pt x="121775" y="93673"/>
                </a:moveTo>
                <a:lnTo>
                  <a:pt x="23418" y="93673"/>
                </a:lnTo>
                <a:cubicBezTo>
                  <a:pt x="10484" y="93673"/>
                  <a:pt x="0" y="104158"/>
                  <a:pt x="0" y="117092"/>
                </a:cubicBezTo>
                <a:cubicBezTo>
                  <a:pt x="0" y="130025"/>
                  <a:pt x="10484" y="140510"/>
                  <a:pt x="23418" y="140510"/>
                </a:cubicBezTo>
                <a:lnTo>
                  <a:pt x="84306" y="140510"/>
                </a:lnTo>
                <a:moveTo>
                  <a:pt x="35127" y="67913"/>
                </a:moveTo>
                <a:lnTo>
                  <a:pt x="35127" y="67913"/>
                </a:lnTo>
                <a:cubicBezTo>
                  <a:pt x="36421" y="67913"/>
                  <a:pt x="37469" y="68961"/>
                  <a:pt x="37469" y="70255"/>
                </a:cubicBezTo>
                <a:cubicBezTo>
                  <a:pt x="37469" y="71548"/>
                  <a:pt x="36421" y="72597"/>
                  <a:pt x="35127" y="72597"/>
                </a:cubicBezTo>
                <a:cubicBezTo>
                  <a:pt x="33834" y="72597"/>
                  <a:pt x="32785" y="71548"/>
                  <a:pt x="32785" y="70255"/>
                </a:cubicBezTo>
                <a:cubicBezTo>
                  <a:pt x="32785" y="68961"/>
                  <a:pt x="33834" y="67913"/>
                  <a:pt x="35127" y="67913"/>
                </a:cubicBezTo>
                <a:moveTo>
                  <a:pt x="58546" y="67913"/>
                </a:moveTo>
                <a:lnTo>
                  <a:pt x="58546" y="67913"/>
                </a:lnTo>
                <a:cubicBezTo>
                  <a:pt x="59839" y="67913"/>
                  <a:pt x="60887" y="68961"/>
                  <a:pt x="60887" y="70255"/>
                </a:cubicBezTo>
                <a:cubicBezTo>
                  <a:pt x="60887" y="71548"/>
                  <a:pt x="59839" y="72597"/>
                  <a:pt x="58546" y="72597"/>
                </a:cubicBezTo>
                <a:cubicBezTo>
                  <a:pt x="57252" y="72597"/>
                  <a:pt x="56204" y="71548"/>
                  <a:pt x="56204" y="70255"/>
                </a:cubicBezTo>
                <a:cubicBezTo>
                  <a:pt x="56204" y="68961"/>
                  <a:pt x="57252" y="67913"/>
                  <a:pt x="58546" y="67913"/>
                </a:cubicBezTo>
                <a:moveTo>
                  <a:pt x="159245" y="70255"/>
                </a:moveTo>
                <a:cubicBezTo>
                  <a:pt x="159245" y="57321"/>
                  <a:pt x="148760" y="46836"/>
                  <a:pt x="135826" y="46836"/>
                </a:cubicBezTo>
                <a:lnTo>
                  <a:pt x="23418" y="46836"/>
                </a:lnTo>
                <a:cubicBezTo>
                  <a:pt x="10484" y="46836"/>
                  <a:pt x="0" y="57321"/>
                  <a:pt x="0" y="70255"/>
                </a:cubicBezTo>
                <a:cubicBezTo>
                  <a:pt x="0" y="83188"/>
                  <a:pt x="10484" y="93673"/>
                  <a:pt x="23418" y="93673"/>
                </a:cubicBezTo>
                <a:lnTo>
                  <a:pt x="121775" y="93673"/>
                </a:lnTo>
                <a:moveTo>
                  <a:pt x="35127" y="21076"/>
                </a:moveTo>
                <a:lnTo>
                  <a:pt x="35127" y="21076"/>
                </a:lnTo>
                <a:cubicBezTo>
                  <a:pt x="36421" y="21076"/>
                  <a:pt x="37469" y="22125"/>
                  <a:pt x="37469" y="23418"/>
                </a:cubicBezTo>
                <a:cubicBezTo>
                  <a:pt x="37469" y="24711"/>
                  <a:pt x="36421" y="25760"/>
                  <a:pt x="35127" y="25760"/>
                </a:cubicBezTo>
                <a:cubicBezTo>
                  <a:pt x="33834" y="25760"/>
                  <a:pt x="32785" y="24711"/>
                  <a:pt x="32785" y="23418"/>
                </a:cubicBezTo>
                <a:cubicBezTo>
                  <a:pt x="32785" y="22125"/>
                  <a:pt x="33834" y="21076"/>
                  <a:pt x="35127" y="21076"/>
                </a:cubicBezTo>
                <a:moveTo>
                  <a:pt x="58546" y="21076"/>
                </a:moveTo>
                <a:lnTo>
                  <a:pt x="58546" y="21076"/>
                </a:lnTo>
                <a:cubicBezTo>
                  <a:pt x="59839" y="21076"/>
                  <a:pt x="60887" y="22125"/>
                  <a:pt x="60887" y="23418"/>
                </a:cubicBezTo>
                <a:cubicBezTo>
                  <a:pt x="60887" y="24711"/>
                  <a:pt x="59839" y="25760"/>
                  <a:pt x="58546" y="25760"/>
                </a:cubicBezTo>
                <a:cubicBezTo>
                  <a:pt x="57252" y="25760"/>
                  <a:pt x="56204" y="24711"/>
                  <a:pt x="56204" y="23418"/>
                </a:cubicBezTo>
                <a:cubicBezTo>
                  <a:pt x="56204" y="22125"/>
                  <a:pt x="57252" y="21076"/>
                  <a:pt x="58546" y="21076"/>
                </a:cubicBezTo>
                <a:moveTo>
                  <a:pt x="159245" y="23418"/>
                </a:moveTo>
                <a:cubicBezTo>
                  <a:pt x="159245" y="10484"/>
                  <a:pt x="148760" y="0"/>
                  <a:pt x="135826" y="0"/>
                </a:cubicBezTo>
                <a:lnTo>
                  <a:pt x="23418" y="0"/>
                </a:lnTo>
                <a:cubicBezTo>
                  <a:pt x="10484" y="0"/>
                  <a:pt x="0" y="10484"/>
                  <a:pt x="0" y="23418"/>
                </a:cubicBezTo>
                <a:cubicBezTo>
                  <a:pt x="0" y="36352"/>
                  <a:pt x="10484" y="46836"/>
                  <a:pt x="23418" y="46836"/>
                </a:cubicBezTo>
                <a:lnTo>
                  <a:pt x="135826" y="46836"/>
                </a:lnTo>
                <a:cubicBezTo>
                  <a:pt x="148760" y="46836"/>
                  <a:pt x="159245" y="36352"/>
                  <a:pt x="159245" y="23418"/>
                </a:cubicBezTo>
                <a:close/>
              </a:path>
            </a:pathLst>
          </a:custGeom>
          <a:noFill/>
          <a:ln w="1053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985721" y="5009101"/>
            <a:ext cx="131143" cy="215449"/>
          </a:xfrm>
          <a:custGeom>
            <a:avLst/>
            <a:gdLst/>
            <a:ahLst/>
            <a:cxnLst/>
            <a:rect l="0" t="0" r="0" b="0"/>
            <a:pathLst>
              <a:path w="131143" h="215449">
                <a:moveTo>
                  <a:pt x="32785" y="0"/>
                </a:moveTo>
                <a:lnTo>
                  <a:pt x="98357" y="0"/>
                </a:lnTo>
                <a:cubicBezTo>
                  <a:pt x="103530" y="0"/>
                  <a:pt x="107724" y="4193"/>
                  <a:pt x="107724" y="9367"/>
                </a:cubicBezTo>
                <a:lnTo>
                  <a:pt x="107724" y="187347"/>
                </a:lnTo>
                <a:lnTo>
                  <a:pt x="107724" y="187347"/>
                </a:lnTo>
                <a:lnTo>
                  <a:pt x="23418" y="187347"/>
                </a:lnTo>
                <a:lnTo>
                  <a:pt x="23418" y="187347"/>
                </a:lnTo>
                <a:lnTo>
                  <a:pt x="23418" y="9367"/>
                </a:lnTo>
                <a:cubicBezTo>
                  <a:pt x="23418" y="4193"/>
                  <a:pt x="27612" y="0"/>
                  <a:pt x="32785" y="0"/>
                </a:cubicBezTo>
                <a:close/>
                <a:moveTo>
                  <a:pt x="51520" y="0"/>
                </a:moveTo>
                <a:lnTo>
                  <a:pt x="51520" y="187347"/>
                </a:lnTo>
                <a:moveTo>
                  <a:pt x="79622" y="147536"/>
                </a:moveTo>
                <a:cubicBezTo>
                  <a:pt x="78329" y="147536"/>
                  <a:pt x="77280" y="148584"/>
                  <a:pt x="77280" y="149878"/>
                </a:cubicBezTo>
                <a:cubicBezTo>
                  <a:pt x="77280" y="151171"/>
                  <a:pt x="78329" y="152219"/>
                  <a:pt x="79622" y="152219"/>
                </a:cubicBezTo>
                <a:cubicBezTo>
                  <a:pt x="80916" y="152219"/>
                  <a:pt x="81964" y="151171"/>
                  <a:pt x="81964" y="149878"/>
                </a:cubicBezTo>
                <a:cubicBezTo>
                  <a:pt x="81964" y="148584"/>
                  <a:pt x="80916" y="147536"/>
                  <a:pt x="79622" y="147536"/>
                </a:cubicBezTo>
                <a:moveTo>
                  <a:pt x="51520" y="28102"/>
                </a:moveTo>
                <a:lnTo>
                  <a:pt x="107724" y="28102"/>
                </a:lnTo>
                <a:moveTo>
                  <a:pt x="51520" y="56204"/>
                </a:moveTo>
                <a:lnTo>
                  <a:pt x="107724" y="56204"/>
                </a:lnTo>
                <a:moveTo>
                  <a:pt x="51520" y="84306"/>
                </a:moveTo>
                <a:lnTo>
                  <a:pt x="107724" y="84306"/>
                </a:lnTo>
                <a:moveTo>
                  <a:pt x="131143" y="206082"/>
                </a:moveTo>
                <a:cubicBezTo>
                  <a:pt x="131143" y="211255"/>
                  <a:pt x="126949" y="215449"/>
                  <a:pt x="121775" y="215449"/>
                </a:cubicBezTo>
                <a:lnTo>
                  <a:pt x="9367" y="215449"/>
                </a:lnTo>
                <a:cubicBezTo>
                  <a:pt x="4193" y="215449"/>
                  <a:pt x="0" y="211255"/>
                  <a:pt x="0" y="206082"/>
                </a:cubicBezTo>
                <a:cubicBezTo>
                  <a:pt x="0" y="195735"/>
                  <a:pt x="8387" y="187347"/>
                  <a:pt x="18734" y="187347"/>
                </a:cubicBezTo>
                <a:lnTo>
                  <a:pt x="112408" y="187347"/>
                </a:lnTo>
                <a:cubicBezTo>
                  <a:pt x="122755" y="187347"/>
                  <a:pt x="131143" y="195735"/>
                  <a:pt x="131143" y="206082"/>
                </a:cubicBezTo>
                <a:close/>
              </a:path>
            </a:pathLst>
          </a:custGeom>
          <a:noFill/>
          <a:ln w="1053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52423" y="5262676"/>
            <a:ext cx="691031" cy="1686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1FA9D7"/>
                </a:solidFill>
                <a:latin typeface="Roboto"/>
              </a:rPr>
              <a:t>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1948" y="5262674"/>
            <a:ext cx="750811" cy="337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E45752"/>
                </a:solidFill>
                <a:latin typeface="Roboto"/>
              </a:rPr>
              <a:t>Application
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2852" y="5512483"/>
            <a:ext cx="900581" cy="379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484848"/>
                </a:solidFill>
                <a:latin typeface="Roboto"/>
              </a:rPr>
              <a:t>Basic server health
checks with limited
logging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1948" y="5681094"/>
            <a:ext cx="976303" cy="379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484848"/>
                </a:solidFill>
                <a:latin typeface="Roboto"/>
              </a:rPr>
              <a:t>Monolithic
application hosted
on dedicated servers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02035" y="797569"/>
            <a:ext cx="2263513" cy="2107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484848"/>
                </a:solidFill>
                <a:latin typeface="Roboto"/>
              </a:rPr>
              <a:t>Existing Infrastructure Setup</a:t>
            </a:r>
          </a:p>
        </p:txBody>
      </p:sp>
    </p:spTree>
    <p:extLst>
      <p:ext uri="{BB962C8B-B14F-4D97-AF65-F5344CB8AC3E}">
        <p14:creationId xmlns:p14="http://schemas.microsoft.com/office/powerpoint/2010/main" val="3906276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957908" y="1858361"/>
            <a:ext cx="1990141" cy="844331"/>
          </a:xfrm>
          <a:custGeom>
            <a:avLst/>
            <a:gdLst/>
            <a:ahLst/>
            <a:cxnLst/>
            <a:rect l="0" t="0" r="0" b="0"/>
            <a:pathLst>
              <a:path w="1990141" h="844331">
                <a:moveTo>
                  <a:pt x="363500" y="614222"/>
                </a:moveTo>
                <a:lnTo>
                  <a:pt x="453254" y="614222"/>
                </a:lnTo>
                <a:lnTo>
                  <a:pt x="555608" y="738863"/>
                </a:lnTo>
                <a:lnTo>
                  <a:pt x="602263" y="801619"/>
                </a:lnTo>
                <a:lnTo>
                  <a:pt x="648879" y="801619"/>
                </a:lnTo>
                <a:lnTo>
                  <a:pt x="683466" y="844331"/>
                </a:lnTo>
                <a:lnTo>
                  <a:pt x="0" y="844331"/>
                </a:lnTo>
                <a:lnTo>
                  <a:pt x="136212" y="678463"/>
                </a:lnTo>
                <a:lnTo>
                  <a:pt x="183192" y="678463"/>
                </a:lnTo>
                <a:lnTo>
                  <a:pt x="284146" y="555529"/>
                </a:lnTo>
                <a:lnTo>
                  <a:pt x="363500" y="614222"/>
                </a:lnTo>
                <a:moveTo>
                  <a:pt x="965542" y="0"/>
                </a:moveTo>
                <a:lnTo>
                  <a:pt x="965542" y="631491"/>
                </a:lnTo>
                <a:lnTo>
                  <a:pt x="877242" y="770763"/>
                </a:lnTo>
                <a:lnTo>
                  <a:pt x="714749" y="770763"/>
                </a:lnTo>
                <a:lnTo>
                  <a:pt x="671539" y="739148"/>
                </a:lnTo>
                <a:lnTo>
                  <a:pt x="596019" y="739148"/>
                </a:lnTo>
                <a:lnTo>
                  <a:pt x="468991" y="584187"/>
                </a:lnTo>
                <a:lnTo>
                  <a:pt x="369759" y="584187"/>
                </a:lnTo>
                <a:lnTo>
                  <a:pt x="303147" y="532394"/>
                </a:lnTo>
                <a:lnTo>
                  <a:pt x="468991" y="330446"/>
                </a:lnTo>
                <a:lnTo>
                  <a:pt x="555608" y="330446"/>
                </a:lnTo>
                <a:lnTo>
                  <a:pt x="742997" y="102266"/>
                </a:lnTo>
                <a:lnTo>
                  <a:pt x="822777" y="74144"/>
                </a:lnTo>
                <a:lnTo>
                  <a:pt x="877360" y="0"/>
                </a:lnTo>
                <a:lnTo>
                  <a:pt x="965542" y="0"/>
                </a:lnTo>
                <a:moveTo>
                  <a:pt x="1990141" y="844331"/>
                </a:moveTo>
                <a:lnTo>
                  <a:pt x="1868361" y="695401"/>
                </a:lnTo>
                <a:lnTo>
                  <a:pt x="1820077" y="695401"/>
                </a:lnTo>
                <a:lnTo>
                  <a:pt x="1581511" y="396276"/>
                </a:lnTo>
                <a:lnTo>
                  <a:pt x="1526129" y="396276"/>
                </a:lnTo>
                <a:lnTo>
                  <a:pt x="1484145" y="305842"/>
                </a:lnTo>
                <a:lnTo>
                  <a:pt x="1392549" y="305842"/>
                </a:lnTo>
                <a:lnTo>
                  <a:pt x="1240600" y="490876"/>
                </a:lnTo>
                <a:lnTo>
                  <a:pt x="1185969" y="490876"/>
                </a:lnTo>
                <a:lnTo>
                  <a:pt x="1131418" y="532829"/>
                </a:lnTo>
                <a:lnTo>
                  <a:pt x="1131418" y="631491"/>
                </a:lnTo>
                <a:lnTo>
                  <a:pt x="1318064" y="844331"/>
                </a:lnTo>
                <a:lnTo>
                  <a:pt x="1990141" y="844331"/>
                </a:lnTo>
                <a:moveTo>
                  <a:pt x="1377065" y="268449"/>
                </a:moveTo>
                <a:lnTo>
                  <a:pt x="1240600" y="429512"/>
                </a:lnTo>
                <a:lnTo>
                  <a:pt x="1131418" y="429512"/>
                </a:lnTo>
                <a:lnTo>
                  <a:pt x="1131418" y="0"/>
                </a:lnTo>
                <a:lnTo>
                  <a:pt x="1253190" y="0"/>
                </a:lnTo>
                <a:lnTo>
                  <a:pt x="1377065" y="268449"/>
                </a:lnTo>
              </a:path>
            </a:pathLst>
          </a:custGeom>
          <a:gradFill rotWithShape="1">
            <a:gsLst>
              <a:gs pos="0">
                <a:srgbClr val="C8C8C8"/>
              </a:gs>
              <a:gs pos="100000">
                <a:srgbClr val="A3A3A3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957908" y="1858359"/>
            <a:ext cx="1990139" cy="844334"/>
          </a:xfrm>
          <a:custGeom>
            <a:avLst/>
            <a:gdLst/>
            <a:ahLst/>
            <a:cxnLst/>
            <a:rect l="0" t="0" r="0" b="0"/>
            <a:pathLst>
              <a:path w="1990139" h="844334">
                <a:moveTo>
                  <a:pt x="363500" y="614226"/>
                </a:moveTo>
                <a:lnTo>
                  <a:pt x="453254" y="614226"/>
                </a:lnTo>
                <a:lnTo>
                  <a:pt x="555608" y="738863"/>
                </a:lnTo>
                <a:lnTo>
                  <a:pt x="602261" y="801624"/>
                </a:lnTo>
                <a:lnTo>
                  <a:pt x="648879" y="801624"/>
                </a:lnTo>
                <a:lnTo>
                  <a:pt x="683465" y="844330"/>
                </a:lnTo>
                <a:lnTo>
                  <a:pt x="468995" y="844330"/>
                </a:lnTo>
                <a:lnTo>
                  <a:pt x="0" y="844330"/>
                </a:lnTo>
                <a:lnTo>
                  <a:pt x="136215" y="678462"/>
                </a:lnTo>
                <a:lnTo>
                  <a:pt x="183194" y="678462"/>
                </a:lnTo>
                <a:lnTo>
                  <a:pt x="284149" y="555529"/>
                </a:lnTo>
                <a:close/>
                <a:moveTo>
                  <a:pt x="965543" y="0"/>
                </a:moveTo>
                <a:lnTo>
                  <a:pt x="965543" y="631490"/>
                </a:lnTo>
                <a:lnTo>
                  <a:pt x="877239" y="770763"/>
                </a:lnTo>
                <a:lnTo>
                  <a:pt x="714748" y="770763"/>
                </a:lnTo>
                <a:lnTo>
                  <a:pt x="671542" y="739151"/>
                </a:lnTo>
                <a:lnTo>
                  <a:pt x="596016" y="738866"/>
                </a:lnTo>
                <a:lnTo>
                  <a:pt x="468994" y="584193"/>
                </a:lnTo>
                <a:lnTo>
                  <a:pt x="369757" y="584193"/>
                </a:lnTo>
                <a:lnTo>
                  <a:pt x="303151" y="532393"/>
                </a:lnTo>
                <a:lnTo>
                  <a:pt x="468994" y="330446"/>
                </a:lnTo>
                <a:lnTo>
                  <a:pt x="555607" y="330446"/>
                </a:lnTo>
                <a:lnTo>
                  <a:pt x="742994" y="102268"/>
                </a:lnTo>
                <a:lnTo>
                  <a:pt x="822777" y="74145"/>
                </a:lnTo>
                <a:lnTo>
                  <a:pt x="877362" y="0"/>
                </a:lnTo>
                <a:close/>
                <a:moveTo>
                  <a:pt x="1635316" y="844334"/>
                </a:moveTo>
                <a:lnTo>
                  <a:pt x="1990139" y="844334"/>
                </a:lnTo>
                <a:lnTo>
                  <a:pt x="1868364" y="695406"/>
                </a:lnTo>
                <a:lnTo>
                  <a:pt x="1820074" y="695406"/>
                </a:lnTo>
                <a:lnTo>
                  <a:pt x="1581513" y="396280"/>
                </a:lnTo>
                <a:lnTo>
                  <a:pt x="1526133" y="396280"/>
                </a:lnTo>
                <a:lnTo>
                  <a:pt x="1484142" y="305844"/>
                </a:lnTo>
                <a:lnTo>
                  <a:pt x="1392549" y="305844"/>
                </a:lnTo>
                <a:lnTo>
                  <a:pt x="1240596" y="490876"/>
                </a:lnTo>
                <a:lnTo>
                  <a:pt x="1185967" y="490876"/>
                </a:lnTo>
                <a:lnTo>
                  <a:pt x="1131421" y="532827"/>
                </a:lnTo>
                <a:lnTo>
                  <a:pt x="1131421" y="631490"/>
                </a:lnTo>
                <a:lnTo>
                  <a:pt x="1318065" y="844334"/>
                </a:lnTo>
                <a:lnTo>
                  <a:pt x="1384086" y="844334"/>
                </a:lnTo>
                <a:close/>
                <a:moveTo>
                  <a:pt x="1377068" y="268449"/>
                </a:moveTo>
                <a:lnTo>
                  <a:pt x="1240596" y="429516"/>
                </a:lnTo>
                <a:lnTo>
                  <a:pt x="1131421" y="429516"/>
                </a:lnTo>
                <a:lnTo>
                  <a:pt x="1131421" y="0"/>
                </a:lnTo>
                <a:lnTo>
                  <a:pt x="1253189" y="0"/>
                </a:lnTo>
                <a:close/>
                <a:moveTo>
                  <a:pt x="183159" y="678886"/>
                </a:moveTo>
                <a:lnTo>
                  <a:pt x="329378" y="678886"/>
                </a:lnTo>
                <a:lnTo>
                  <a:pt x="380877" y="618559"/>
                </a:lnTo>
                <a:moveTo>
                  <a:pt x="407866" y="586944"/>
                </a:moveTo>
                <a:lnTo>
                  <a:pt x="467693" y="516860"/>
                </a:lnTo>
                <a:lnTo>
                  <a:pt x="562538" y="516860"/>
                </a:lnTo>
                <a:moveTo>
                  <a:pt x="1825446" y="695372"/>
                </a:moveTo>
                <a:lnTo>
                  <a:pt x="1716986" y="695372"/>
                </a:lnTo>
                <a:lnTo>
                  <a:pt x="1629499" y="592886"/>
                </a:lnTo>
                <a:lnTo>
                  <a:pt x="1537012" y="592886"/>
                </a:lnTo>
                <a:lnTo>
                  <a:pt x="1465801" y="506123"/>
                </a:lnTo>
              </a:path>
            </a:pathLst>
          </a:custGeom>
          <a:noFill/>
          <a:ln w="1185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555782" y="837868"/>
            <a:ext cx="926822" cy="968846"/>
          </a:xfrm>
          <a:custGeom>
            <a:avLst/>
            <a:gdLst/>
            <a:ahLst/>
            <a:cxnLst/>
            <a:rect l="0" t="0" r="0" b="0"/>
            <a:pathLst>
              <a:path w="926822" h="968846">
                <a:moveTo>
                  <a:pt x="367681" y="964096"/>
                </a:moveTo>
                <a:cubicBezTo>
                  <a:pt x="374201" y="960262"/>
                  <a:pt x="381805" y="958065"/>
                  <a:pt x="389922" y="958065"/>
                </a:cubicBezTo>
                <a:cubicBezTo>
                  <a:pt x="400955" y="958065"/>
                  <a:pt x="411033" y="962128"/>
                  <a:pt x="418755" y="968846"/>
                </a:cubicBezTo>
                <a:cubicBezTo>
                  <a:pt x="424540" y="939412"/>
                  <a:pt x="450480" y="917203"/>
                  <a:pt x="481613" y="917203"/>
                </a:cubicBezTo>
                <a:cubicBezTo>
                  <a:pt x="502985" y="917203"/>
                  <a:pt x="521914" y="927675"/>
                  <a:pt x="533548" y="943759"/>
                </a:cubicBezTo>
                <a:lnTo>
                  <a:pt x="533548" y="644098"/>
                </a:lnTo>
                <a:cubicBezTo>
                  <a:pt x="528047" y="645963"/>
                  <a:pt x="522285" y="647322"/>
                  <a:pt x="516310" y="648121"/>
                </a:cubicBezTo>
                <a:cubicBezTo>
                  <a:pt x="481976" y="652705"/>
                  <a:pt x="449563" y="637466"/>
                  <a:pt x="430610" y="611226"/>
                </a:cubicBezTo>
                <a:cubicBezTo>
                  <a:pt x="422651" y="616782"/>
                  <a:pt x="413285" y="620576"/>
                  <a:pt x="403002" y="621943"/>
                </a:cubicBezTo>
                <a:cubicBezTo>
                  <a:pt x="390467" y="623619"/>
                  <a:pt x="378295" y="621469"/>
                  <a:pt x="367681" y="616395"/>
                </a:cubicBezTo>
                <a:cubicBezTo>
                  <a:pt x="378295" y="621469"/>
                  <a:pt x="390467" y="623619"/>
                  <a:pt x="403002" y="621943"/>
                </a:cubicBezTo>
                <a:cubicBezTo>
                  <a:pt x="413285" y="620576"/>
                  <a:pt x="422651" y="616782"/>
                  <a:pt x="430610" y="611226"/>
                </a:cubicBezTo>
                <a:cubicBezTo>
                  <a:pt x="449563" y="637466"/>
                  <a:pt x="481976" y="652705"/>
                  <a:pt x="516310" y="648121"/>
                </a:cubicBezTo>
                <a:cubicBezTo>
                  <a:pt x="522285" y="647322"/>
                  <a:pt x="528047" y="645963"/>
                  <a:pt x="533548" y="644098"/>
                </a:cubicBezTo>
                <a:lnTo>
                  <a:pt x="533548" y="715041"/>
                </a:lnTo>
                <a:cubicBezTo>
                  <a:pt x="540867" y="717183"/>
                  <a:pt x="548613" y="718337"/>
                  <a:pt x="556627" y="718337"/>
                </a:cubicBezTo>
                <a:cubicBezTo>
                  <a:pt x="583618" y="718337"/>
                  <a:pt x="607567" y="705280"/>
                  <a:pt x="622497" y="685134"/>
                </a:cubicBezTo>
                <a:cubicBezTo>
                  <a:pt x="630361" y="689070"/>
                  <a:pt x="639229" y="691283"/>
                  <a:pt x="648619" y="691283"/>
                </a:cubicBezTo>
                <a:cubicBezTo>
                  <a:pt x="680826" y="691283"/>
                  <a:pt x="706948" y="665240"/>
                  <a:pt x="707074" y="633072"/>
                </a:cubicBezTo>
                <a:cubicBezTo>
                  <a:pt x="750916" y="622347"/>
                  <a:pt x="785061" y="586898"/>
                  <a:pt x="793889" y="542337"/>
                </a:cubicBezTo>
                <a:cubicBezTo>
                  <a:pt x="797675" y="543104"/>
                  <a:pt x="801587" y="543515"/>
                  <a:pt x="805602" y="543515"/>
                </a:cubicBezTo>
                <a:cubicBezTo>
                  <a:pt x="832499" y="543515"/>
                  <a:pt x="855151" y="525344"/>
                  <a:pt x="861964" y="500613"/>
                </a:cubicBezTo>
                <a:cubicBezTo>
                  <a:pt x="864066" y="500843"/>
                  <a:pt x="866200" y="500961"/>
                  <a:pt x="868366" y="500961"/>
                </a:cubicBezTo>
                <a:cubicBezTo>
                  <a:pt x="900652" y="500961"/>
                  <a:pt x="926822" y="474792"/>
                  <a:pt x="926822" y="442505"/>
                </a:cubicBezTo>
                <a:cubicBezTo>
                  <a:pt x="926822" y="416328"/>
                  <a:pt x="909607" y="394174"/>
                  <a:pt x="885888" y="386729"/>
                </a:cubicBezTo>
                <a:cubicBezTo>
                  <a:pt x="878483" y="350316"/>
                  <a:pt x="846931" y="322677"/>
                  <a:pt x="808677" y="321270"/>
                </a:cubicBezTo>
                <a:cubicBezTo>
                  <a:pt x="809491" y="315698"/>
                  <a:pt x="809918" y="309991"/>
                  <a:pt x="809918" y="304190"/>
                </a:cubicBezTo>
                <a:cubicBezTo>
                  <a:pt x="809918" y="301938"/>
                  <a:pt x="809855" y="299709"/>
                  <a:pt x="809728" y="297488"/>
                </a:cubicBezTo>
                <a:cubicBezTo>
                  <a:pt x="829369" y="291631"/>
                  <a:pt x="843690" y="273429"/>
                  <a:pt x="843690" y="251883"/>
                </a:cubicBezTo>
                <a:cubicBezTo>
                  <a:pt x="843690" y="225611"/>
                  <a:pt x="822390" y="204311"/>
                  <a:pt x="796118" y="204311"/>
                </a:cubicBezTo>
                <a:cubicBezTo>
                  <a:pt x="794664" y="164816"/>
                  <a:pt x="762203" y="133233"/>
                  <a:pt x="722368" y="133233"/>
                </a:cubicBezTo>
                <a:cubicBezTo>
                  <a:pt x="707857" y="133233"/>
                  <a:pt x="694326" y="137429"/>
                  <a:pt x="682913" y="144669"/>
                </a:cubicBezTo>
                <a:cubicBezTo>
                  <a:pt x="665019" y="114556"/>
                  <a:pt x="633981" y="93169"/>
                  <a:pt x="597703" y="88403"/>
                </a:cubicBezTo>
                <a:cubicBezTo>
                  <a:pt x="590439" y="64391"/>
                  <a:pt x="568135" y="46916"/>
                  <a:pt x="541752" y="46916"/>
                </a:cubicBezTo>
                <a:cubicBezTo>
                  <a:pt x="535817" y="46916"/>
                  <a:pt x="530086" y="47801"/>
                  <a:pt x="524688" y="49445"/>
                </a:cubicBezTo>
                <a:cubicBezTo>
                  <a:pt x="520357" y="21434"/>
                  <a:pt x="496148" y="0"/>
                  <a:pt x="466928" y="0"/>
                </a:cubicBezTo>
                <a:cubicBezTo>
                  <a:pt x="446955" y="0"/>
                  <a:pt x="429330" y="10014"/>
                  <a:pt x="418786" y="25291"/>
                </a:cubicBezTo>
                <a:cubicBezTo>
                  <a:pt x="413175" y="24082"/>
                  <a:pt x="407350" y="23442"/>
                  <a:pt x="401374" y="23442"/>
                </a:cubicBezTo>
                <a:cubicBezTo>
                  <a:pt x="361871" y="23442"/>
                  <a:pt x="328897" y="51405"/>
                  <a:pt x="321167" y="88616"/>
                </a:cubicBezTo>
                <a:cubicBezTo>
                  <a:pt x="316520" y="87818"/>
                  <a:pt x="311746" y="87407"/>
                  <a:pt x="306877" y="87407"/>
                </a:cubicBezTo>
                <a:cubicBezTo>
                  <a:pt x="260625" y="87407"/>
                  <a:pt x="223122" y="124902"/>
                  <a:pt x="223122" y="171155"/>
                </a:cubicBezTo>
                <a:cubicBezTo>
                  <a:pt x="223122" y="172071"/>
                  <a:pt x="223137" y="172988"/>
                  <a:pt x="223169" y="173897"/>
                </a:cubicBezTo>
                <a:cubicBezTo>
                  <a:pt x="218182" y="172127"/>
                  <a:pt x="212807" y="171155"/>
                  <a:pt x="207211" y="171155"/>
                </a:cubicBezTo>
                <a:cubicBezTo>
                  <a:pt x="180932" y="171155"/>
                  <a:pt x="159631" y="192455"/>
                  <a:pt x="159631" y="218735"/>
                </a:cubicBezTo>
                <a:cubicBezTo>
                  <a:pt x="159631" y="232013"/>
                  <a:pt x="165069" y="244019"/>
                  <a:pt x="173850" y="252650"/>
                </a:cubicBezTo>
                <a:cubicBezTo>
                  <a:pt x="168025" y="259834"/>
                  <a:pt x="163393" y="268023"/>
                  <a:pt x="160255" y="276914"/>
                </a:cubicBezTo>
                <a:cubicBezTo>
                  <a:pt x="154280" y="274851"/>
                  <a:pt x="147870" y="273737"/>
                  <a:pt x="141192" y="273737"/>
                </a:cubicBezTo>
                <a:cubicBezTo>
                  <a:pt x="111734" y="273737"/>
                  <a:pt x="87359" y="295536"/>
                  <a:pt x="83328" y="323878"/>
                </a:cubicBezTo>
                <a:cubicBezTo>
                  <a:pt x="77472" y="322139"/>
                  <a:pt x="71275" y="321215"/>
                  <a:pt x="64857" y="321215"/>
                </a:cubicBezTo>
                <a:cubicBezTo>
                  <a:pt x="29038" y="321215"/>
                  <a:pt x="0" y="350253"/>
                  <a:pt x="0" y="386073"/>
                </a:cubicBezTo>
                <a:cubicBezTo>
                  <a:pt x="0" y="412795"/>
                  <a:pt x="16171" y="435748"/>
                  <a:pt x="39257" y="445683"/>
                </a:cubicBezTo>
                <a:cubicBezTo>
                  <a:pt x="42893" y="471939"/>
                  <a:pt x="63972" y="492623"/>
                  <a:pt x="90426" y="495650"/>
                </a:cubicBezTo>
                <a:cubicBezTo>
                  <a:pt x="90347" y="497412"/>
                  <a:pt x="90307" y="499183"/>
                  <a:pt x="90307" y="500961"/>
                </a:cubicBezTo>
                <a:cubicBezTo>
                  <a:pt x="90307" y="565527"/>
                  <a:pt x="142646" y="617865"/>
                  <a:pt x="207211" y="617865"/>
                </a:cubicBezTo>
                <a:cubicBezTo>
                  <a:pt x="215257" y="617865"/>
                  <a:pt x="223122" y="617051"/>
                  <a:pt x="230717" y="615502"/>
                </a:cubicBezTo>
                <a:cubicBezTo>
                  <a:pt x="232053" y="646595"/>
                  <a:pt x="257685" y="671389"/>
                  <a:pt x="289110" y="671389"/>
                </a:cubicBezTo>
                <a:cubicBezTo>
                  <a:pt x="298436" y="671389"/>
                  <a:pt x="307257" y="669208"/>
                  <a:pt x="315081" y="665319"/>
                </a:cubicBezTo>
                <a:cubicBezTo>
                  <a:pt x="325799" y="689418"/>
                  <a:pt x="344428" y="709224"/>
                  <a:pt x="367681" y="721428"/>
                </a:cubicBezTo>
                <a:lnTo>
                  <a:pt x="367681" y="964096"/>
                </a:lnTo>
              </a:path>
            </a:pathLst>
          </a:custGeom>
          <a:gradFill rotWithShape="1">
            <a:gsLst>
              <a:gs pos="0">
                <a:srgbClr val="C8C8C8"/>
              </a:gs>
              <a:gs pos="100000">
                <a:srgbClr val="A3A3A3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555782" y="837868"/>
            <a:ext cx="926819" cy="968844"/>
          </a:xfrm>
          <a:custGeom>
            <a:avLst/>
            <a:gdLst/>
            <a:ahLst/>
            <a:cxnLst/>
            <a:rect l="0" t="0" r="0" b="0"/>
            <a:pathLst>
              <a:path w="926819" h="968844">
                <a:moveTo>
                  <a:pt x="793886" y="542338"/>
                </a:moveTo>
                <a:cubicBezTo>
                  <a:pt x="797671" y="543108"/>
                  <a:pt x="801589" y="543512"/>
                  <a:pt x="805601" y="543512"/>
                </a:cubicBezTo>
                <a:cubicBezTo>
                  <a:pt x="832497" y="543512"/>
                  <a:pt x="855151" y="525345"/>
                  <a:pt x="861961" y="500613"/>
                </a:cubicBezTo>
                <a:cubicBezTo>
                  <a:pt x="864065" y="500842"/>
                  <a:pt x="866202" y="500960"/>
                  <a:pt x="868367" y="500960"/>
                </a:cubicBezTo>
                <a:cubicBezTo>
                  <a:pt x="900649" y="500960"/>
                  <a:pt x="926819" y="474790"/>
                  <a:pt x="926819" y="442508"/>
                </a:cubicBezTo>
                <a:cubicBezTo>
                  <a:pt x="926819" y="416330"/>
                  <a:pt x="909611" y="394171"/>
                  <a:pt x="885888" y="386727"/>
                </a:cubicBezTo>
                <a:cubicBezTo>
                  <a:pt x="878486" y="350314"/>
                  <a:pt x="846931" y="322677"/>
                  <a:pt x="808677" y="321268"/>
                </a:cubicBezTo>
                <a:cubicBezTo>
                  <a:pt x="809493" y="315694"/>
                  <a:pt x="809915" y="309993"/>
                  <a:pt x="809915" y="304192"/>
                </a:cubicBezTo>
                <a:cubicBezTo>
                  <a:pt x="809915" y="301941"/>
                  <a:pt x="809851" y="299706"/>
                  <a:pt x="809726" y="297485"/>
                </a:cubicBezTo>
                <a:cubicBezTo>
                  <a:pt x="829369" y="291631"/>
                  <a:pt x="843691" y="273430"/>
                  <a:pt x="843691" y="251884"/>
                </a:cubicBezTo>
                <a:cubicBezTo>
                  <a:pt x="843691" y="225608"/>
                  <a:pt x="822391" y="204308"/>
                  <a:pt x="796115" y="204308"/>
                </a:cubicBezTo>
                <a:lnTo>
                  <a:pt x="796067" y="204308"/>
                </a:lnTo>
                <a:cubicBezTo>
                  <a:pt x="794661" y="164818"/>
                  <a:pt x="762205" y="133236"/>
                  <a:pt x="722372" y="133236"/>
                </a:cubicBezTo>
                <a:cubicBezTo>
                  <a:pt x="707858" y="133236"/>
                  <a:pt x="694323" y="137429"/>
                  <a:pt x="682913" y="144670"/>
                </a:cubicBezTo>
                <a:cubicBezTo>
                  <a:pt x="665016" y="114556"/>
                  <a:pt x="633978" y="93165"/>
                  <a:pt x="597705" y="88404"/>
                </a:cubicBezTo>
                <a:cubicBezTo>
                  <a:pt x="590437" y="64393"/>
                  <a:pt x="568136" y="46912"/>
                  <a:pt x="541752" y="46912"/>
                </a:cubicBezTo>
                <a:cubicBezTo>
                  <a:pt x="535817" y="46912"/>
                  <a:pt x="530088" y="47797"/>
                  <a:pt x="524691" y="49441"/>
                </a:cubicBezTo>
                <a:cubicBezTo>
                  <a:pt x="520358" y="21438"/>
                  <a:pt x="496147" y="0"/>
                  <a:pt x="466929" y="0"/>
                </a:cubicBezTo>
                <a:cubicBezTo>
                  <a:pt x="446959" y="0"/>
                  <a:pt x="429329" y="10014"/>
                  <a:pt x="418785" y="25294"/>
                </a:cubicBezTo>
                <a:cubicBezTo>
                  <a:pt x="413175" y="24080"/>
                  <a:pt x="407350" y="23440"/>
                  <a:pt x="401376" y="23440"/>
                </a:cubicBezTo>
                <a:cubicBezTo>
                  <a:pt x="361870" y="23440"/>
                  <a:pt x="328896" y="51404"/>
                  <a:pt x="321165" y="88618"/>
                </a:cubicBezTo>
                <a:cubicBezTo>
                  <a:pt x="316522" y="87819"/>
                  <a:pt x="311749" y="87404"/>
                  <a:pt x="306878" y="87404"/>
                </a:cubicBezTo>
                <a:cubicBezTo>
                  <a:pt x="260623" y="87404"/>
                  <a:pt x="223126" y="124901"/>
                  <a:pt x="223126" y="171157"/>
                </a:cubicBezTo>
                <a:cubicBezTo>
                  <a:pt x="223126" y="172075"/>
                  <a:pt x="223140" y="172989"/>
                  <a:pt x="223169" y="173900"/>
                </a:cubicBezTo>
                <a:cubicBezTo>
                  <a:pt x="218181" y="172124"/>
                  <a:pt x="212808" y="171157"/>
                  <a:pt x="207210" y="171157"/>
                </a:cubicBezTo>
                <a:cubicBezTo>
                  <a:pt x="180934" y="171157"/>
                  <a:pt x="159633" y="192458"/>
                  <a:pt x="159633" y="218733"/>
                </a:cubicBezTo>
                <a:cubicBezTo>
                  <a:pt x="159633" y="232013"/>
                  <a:pt x="165073" y="244020"/>
                  <a:pt x="173846" y="252651"/>
                </a:cubicBezTo>
                <a:cubicBezTo>
                  <a:pt x="168025" y="259834"/>
                  <a:pt x="163394" y="268022"/>
                  <a:pt x="160255" y="276914"/>
                </a:cubicBezTo>
                <a:cubicBezTo>
                  <a:pt x="154281" y="274854"/>
                  <a:pt x="147868" y="273735"/>
                  <a:pt x="141194" y="273735"/>
                </a:cubicBezTo>
                <a:cubicBezTo>
                  <a:pt x="111732" y="273735"/>
                  <a:pt x="87361" y="295532"/>
                  <a:pt x="83328" y="323879"/>
                </a:cubicBezTo>
                <a:cubicBezTo>
                  <a:pt x="77474" y="322143"/>
                  <a:pt x="71274" y="321212"/>
                  <a:pt x="64858" y="321212"/>
                </a:cubicBezTo>
                <a:cubicBezTo>
                  <a:pt x="29038" y="321212"/>
                  <a:pt x="0" y="350250"/>
                  <a:pt x="0" y="386070"/>
                </a:cubicBezTo>
                <a:cubicBezTo>
                  <a:pt x="0" y="412798"/>
                  <a:pt x="16167" y="435750"/>
                  <a:pt x="39257" y="445680"/>
                </a:cubicBezTo>
                <a:cubicBezTo>
                  <a:pt x="42895" y="471938"/>
                  <a:pt x="63976" y="492621"/>
                  <a:pt x="90424" y="495652"/>
                </a:cubicBezTo>
                <a:cubicBezTo>
                  <a:pt x="90345" y="497412"/>
                  <a:pt x="90306" y="499181"/>
                  <a:pt x="90306" y="500960"/>
                </a:cubicBezTo>
                <a:cubicBezTo>
                  <a:pt x="90306" y="565524"/>
                  <a:pt x="142645" y="617864"/>
                  <a:pt x="207210" y="617864"/>
                </a:cubicBezTo>
                <a:cubicBezTo>
                  <a:pt x="215261" y="617864"/>
                  <a:pt x="223121" y="617050"/>
                  <a:pt x="230714" y="615500"/>
                </a:cubicBezTo>
                <a:cubicBezTo>
                  <a:pt x="232054" y="646594"/>
                  <a:pt x="257686" y="671392"/>
                  <a:pt x="289111" y="671392"/>
                </a:cubicBezTo>
                <a:cubicBezTo>
                  <a:pt x="298439" y="671392"/>
                  <a:pt x="307258" y="669206"/>
                  <a:pt x="315082" y="665319"/>
                </a:cubicBezTo>
                <a:cubicBezTo>
                  <a:pt x="325800" y="689420"/>
                  <a:pt x="344432" y="709224"/>
                  <a:pt x="367677" y="721432"/>
                </a:cubicBezTo>
                <a:lnTo>
                  <a:pt x="367677" y="616392"/>
                </a:lnTo>
                <a:cubicBezTo>
                  <a:pt x="378298" y="621469"/>
                  <a:pt x="390466" y="623620"/>
                  <a:pt x="403006" y="621946"/>
                </a:cubicBezTo>
                <a:cubicBezTo>
                  <a:pt x="413288" y="620573"/>
                  <a:pt x="422655" y="616783"/>
                  <a:pt x="430610" y="611226"/>
                </a:cubicBezTo>
                <a:cubicBezTo>
                  <a:pt x="449566" y="637467"/>
                  <a:pt x="481976" y="652704"/>
                  <a:pt x="516309" y="648120"/>
                </a:cubicBezTo>
                <a:cubicBezTo>
                  <a:pt x="522284" y="647322"/>
                  <a:pt x="528046" y="645960"/>
                  <a:pt x="533547" y="644094"/>
                </a:cubicBezTo>
                <a:lnTo>
                  <a:pt x="533547" y="715040"/>
                </a:lnTo>
                <a:cubicBezTo>
                  <a:pt x="540867" y="717185"/>
                  <a:pt x="548612" y="718335"/>
                  <a:pt x="556626" y="718335"/>
                </a:cubicBezTo>
                <a:cubicBezTo>
                  <a:pt x="583622" y="718335"/>
                  <a:pt x="607569" y="705277"/>
                  <a:pt x="622494" y="685131"/>
                </a:cubicBezTo>
                <a:cubicBezTo>
                  <a:pt x="630357" y="689067"/>
                  <a:pt x="639231" y="691282"/>
                  <a:pt x="648622" y="691282"/>
                </a:cubicBezTo>
                <a:cubicBezTo>
                  <a:pt x="680824" y="691282"/>
                  <a:pt x="706944" y="665242"/>
                  <a:pt x="707074" y="633070"/>
                </a:cubicBezTo>
                <a:cubicBezTo>
                  <a:pt x="750920" y="622349"/>
                  <a:pt x="785064" y="586898"/>
                  <a:pt x="793886" y="542338"/>
                </a:cubicBezTo>
                <a:close/>
                <a:moveTo>
                  <a:pt x="481609" y="917207"/>
                </a:moveTo>
                <a:cubicBezTo>
                  <a:pt x="450481" y="917207"/>
                  <a:pt x="424539" y="939410"/>
                  <a:pt x="418756" y="968844"/>
                </a:cubicBezTo>
                <a:cubicBezTo>
                  <a:pt x="411036" y="962131"/>
                  <a:pt x="400952" y="958068"/>
                  <a:pt x="389918" y="958068"/>
                </a:cubicBezTo>
                <a:cubicBezTo>
                  <a:pt x="381803" y="958068"/>
                  <a:pt x="374202" y="960266"/>
                  <a:pt x="367677" y="964099"/>
                </a:cubicBezTo>
                <a:lnTo>
                  <a:pt x="367677" y="616392"/>
                </a:lnTo>
                <a:cubicBezTo>
                  <a:pt x="378298" y="621469"/>
                  <a:pt x="390467" y="623620"/>
                  <a:pt x="403006" y="621946"/>
                </a:cubicBezTo>
                <a:cubicBezTo>
                  <a:pt x="413288" y="620573"/>
                  <a:pt x="422655" y="616783"/>
                  <a:pt x="430610" y="611226"/>
                </a:cubicBezTo>
                <a:cubicBezTo>
                  <a:pt x="449565" y="637467"/>
                  <a:pt x="481975" y="652704"/>
                  <a:pt x="516309" y="648120"/>
                </a:cubicBezTo>
                <a:cubicBezTo>
                  <a:pt x="522284" y="647321"/>
                  <a:pt x="528046" y="645960"/>
                  <a:pt x="533547" y="644094"/>
                </a:cubicBezTo>
                <a:lnTo>
                  <a:pt x="533547" y="943762"/>
                </a:lnTo>
                <a:cubicBezTo>
                  <a:pt x="521911" y="927674"/>
                  <a:pt x="502982" y="917207"/>
                  <a:pt x="481609" y="917207"/>
                </a:cubicBezTo>
                <a:close/>
                <a:moveTo>
                  <a:pt x="683742" y="513495"/>
                </a:moveTo>
                <a:cubicBezTo>
                  <a:pt x="688883" y="552004"/>
                  <a:pt x="661834" y="587390"/>
                  <a:pt x="623324" y="592532"/>
                </a:cubicBezTo>
                <a:cubicBezTo>
                  <a:pt x="611591" y="594098"/>
                  <a:pt x="600148" y="592677"/>
                  <a:pt x="589763" y="588853"/>
                </a:cubicBezTo>
                <a:cubicBezTo>
                  <a:pt x="580541" y="614423"/>
                  <a:pt x="560067" y="635107"/>
                  <a:pt x="533548" y="644098"/>
                </a:cubicBezTo>
                <a:cubicBezTo>
                  <a:pt x="528047" y="645963"/>
                  <a:pt x="522285" y="647325"/>
                  <a:pt x="516309" y="648123"/>
                </a:cubicBezTo>
                <a:cubicBezTo>
                  <a:pt x="481977" y="652707"/>
                  <a:pt x="449566" y="637471"/>
                  <a:pt x="430611" y="611229"/>
                </a:cubicBezTo>
                <a:cubicBezTo>
                  <a:pt x="422656" y="616787"/>
                  <a:pt x="413289" y="620576"/>
                  <a:pt x="403006" y="621949"/>
                </a:cubicBezTo>
                <a:cubicBezTo>
                  <a:pt x="390467" y="623623"/>
                  <a:pt x="378299" y="621472"/>
                  <a:pt x="367678" y="616395"/>
                </a:cubicBezTo>
                <a:cubicBezTo>
                  <a:pt x="349193" y="607559"/>
                  <a:pt x="335395" y="589860"/>
                  <a:pt x="332481" y="568037"/>
                </a:cubicBezTo>
                <a:moveTo>
                  <a:pt x="325242" y="232382"/>
                </a:moveTo>
                <a:cubicBezTo>
                  <a:pt x="298230" y="225145"/>
                  <a:pt x="270691" y="234184"/>
                  <a:pt x="253040" y="253489"/>
                </a:cubicBezTo>
                <a:cubicBezTo>
                  <a:pt x="246570" y="247494"/>
                  <a:pt x="238585" y="242943"/>
                  <a:pt x="229473" y="240500"/>
                </a:cubicBezTo>
                <a:cubicBezTo>
                  <a:pt x="199564" y="232487"/>
                  <a:pt x="168821" y="250236"/>
                  <a:pt x="160806" y="280145"/>
                </a:cubicBezTo>
                <a:moveTo>
                  <a:pt x="804837" y="318258"/>
                </a:moveTo>
                <a:cubicBezTo>
                  <a:pt x="811988" y="291569"/>
                  <a:pt x="796150" y="264137"/>
                  <a:pt x="769462" y="256986"/>
                </a:cubicBezTo>
                <a:cubicBezTo>
                  <a:pt x="761475" y="254846"/>
                  <a:pt x="753423" y="254765"/>
                  <a:pt x="745867" y="256417"/>
                </a:cubicBezTo>
                <a:moveTo>
                  <a:pt x="178295" y="489328"/>
                </a:moveTo>
                <a:cubicBezTo>
                  <a:pt x="174120" y="495840"/>
                  <a:pt x="168369" y="501476"/>
                  <a:pt x="161208" y="505609"/>
                </a:cubicBezTo>
                <a:cubicBezTo>
                  <a:pt x="137280" y="519424"/>
                  <a:pt x="106683" y="511227"/>
                  <a:pt x="92868" y="487298"/>
                </a:cubicBezTo>
                <a:moveTo>
                  <a:pt x="333302" y="562759"/>
                </a:moveTo>
                <a:cubicBezTo>
                  <a:pt x="326751" y="567379"/>
                  <a:pt x="319027" y="570545"/>
                  <a:pt x="310538" y="571717"/>
                </a:cubicBezTo>
                <a:cubicBezTo>
                  <a:pt x="282169" y="575635"/>
                  <a:pt x="255996" y="555815"/>
                  <a:pt x="252077" y="527446"/>
                </a:cubicBezTo>
                <a:moveTo>
                  <a:pt x="709375" y="627070"/>
                </a:moveTo>
                <a:cubicBezTo>
                  <a:pt x="674442" y="637946"/>
                  <a:pt x="637716" y="624094"/>
                  <a:pt x="618057" y="595418"/>
                </a:cubicBezTo>
                <a:moveTo>
                  <a:pt x="659960" y="252647"/>
                </a:moveTo>
                <a:cubicBezTo>
                  <a:pt x="659960" y="230421"/>
                  <a:pt x="645234" y="211635"/>
                  <a:pt x="625006" y="205512"/>
                </a:cubicBezTo>
                <a:cubicBezTo>
                  <a:pt x="623754" y="171509"/>
                  <a:pt x="595793" y="144327"/>
                  <a:pt x="561484" y="144327"/>
                </a:cubicBezTo>
                <a:cubicBezTo>
                  <a:pt x="530376" y="144327"/>
                  <a:pt x="504487" y="166673"/>
                  <a:pt x="498994" y="196188"/>
                </a:cubicBezTo>
                <a:cubicBezTo>
                  <a:pt x="498637" y="196180"/>
                  <a:pt x="498279" y="196175"/>
                  <a:pt x="497921" y="196175"/>
                </a:cubicBezTo>
                <a:cubicBezTo>
                  <a:pt x="473656" y="196175"/>
                  <a:pt x="453985" y="215846"/>
                  <a:pt x="453985" y="240111"/>
                </a:cubicBezTo>
                <a:moveTo>
                  <a:pt x="474701" y="648931"/>
                </a:moveTo>
                <a:lnTo>
                  <a:pt x="474701" y="779064"/>
                </a:lnTo>
                <a:moveTo>
                  <a:pt x="426507" y="724209"/>
                </a:moveTo>
                <a:lnTo>
                  <a:pt x="426507" y="892163"/>
                </a:lnTo>
                <a:moveTo>
                  <a:pt x="474701" y="818822"/>
                </a:moveTo>
                <a:lnTo>
                  <a:pt x="474701" y="867658"/>
                </a:lnTo>
                <a:moveTo>
                  <a:pt x="426507" y="611226"/>
                </a:moveTo>
                <a:lnTo>
                  <a:pt x="426507" y="674479"/>
                </a:lnTo>
              </a:path>
            </a:pathLst>
          </a:custGeom>
          <a:noFill/>
          <a:ln w="1185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916349" y="2608302"/>
            <a:ext cx="5311302" cy="94844"/>
          </a:xfrm>
          <a:custGeom>
            <a:avLst/>
            <a:gdLst/>
            <a:ahLst/>
            <a:cxnLst/>
            <a:rect l="0" t="0" r="0" b="0"/>
            <a:pathLst>
              <a:path w="5311302" h="94844">
                <a:moveTo>
                  <a:pt x="3704954" y="94844"/>
                </a:moveTo>
                <a:lnTo>
                  <a:pt x="2845336" y="94844"/>
                </a:lnTo>
                <a:lnTo>
                  <a:pt x="2750491" y="0"/>
                </a:lnTo>
                <a:lnTo>
                  <a:pt x="2655647" y="0"/>
                </a:lnTo>
                <a:lnTo>
                  <a:pt x="2560802" y="54038"/>
                </a:lnTo>
                <a:lnTo>
                  <a:pt x="2465957" y="54038"/>
                </a:lnTo>
                <a:lnTo>
                  <a:pt x="2371113" y="94844"/>
                </a:lnTo>
                <a:lnTo>
                  <a:pt x="1802044" y="94844"/>
                </a:lnTo>
                <a:lnTo>
                  <a:pt x="1707200" y="54038"/>
                </a:lnTo>
                <a:lnTo>
                  <a:pt x="1612355" y="54038"/>
                </a:lnTo>
                <a:lnTo>
                  <a:pt x="1563702" y="94844"/>
                </a:lnTo>
                <a:lnTo>
                  <a:pt x="1422670" y="94844"/>
                </a:lnTo>
                <a:lnTo>
                  <a:pt x="1370009" y="54038"/>
                </a:lnTo>
                <a:lnTo>
                  <a:pt x="1270585" y="94844"/>
                </a:lnTo>
                <a:lnTo>
                  <a:pt x="0" y="94844"/>
                </a:lnTo>
                <a:moveTo>
                  <a:pt x="4446026" y="94844"/>
                </a:moveTo>
                <a:lnTo>
                  <a:pt x="5121612" y="94844"/>
                </a:lnTo>
                <a:lnTo>
                  <a:pt x="5216457" y="54038"/>
                </a:lnTo>
                <a:lnTo>
                  <a:pt x="5311302" y="94844"/>
                </a:lnTo>
              </a:path>
            </a:pathLst>
          </a:custGeom>
          <a:noFill/>
          <a:ln w="1185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65056" y="1557640"/>
            <a:ext cx="1915317" cy="4462489"/>
          </a:xfrm>
          <a:custGeom>
            <a:avLst/>
            <a:gdLst/>
            <a:ahLst/>
            <a:cxnLst/>
            <a:rect l="0" t="0" r="0" b="0"/>
            <a:pathLst>
              <a:path w="1915317" h="4462489">
                <a:moveTo>
                  <a:pt x="972339" y="197435"/>
                </a:moveTo>
                <a:cubicBezTo>
                  <a:pt x="999647" y="197435"/>
                  <a:pt x="1022963" y="214530"/>
                  <a:pt x="1032178" y="238597"/>
                </a:cubicBezTo>
                <a:cubicBezTo>
                  <a:pt x="1033554" y="238400"/>
                  <a:pt x="1034960" y="238297"/>
                  <a:pt x="1036391" y="238297"/>
                </a:cubicBezTo>
                <a:cubicBezTo>
                  <a:pt x="1052847" y="238297"/>
                  <a:pt x="1066180" y="251638"/>
                  <a:pt x="1066180" y="268094"/>
                </a:cubicBezTo>
                <a:lnTo>
                  <a:pt x="1067966" y="268094"/>
                </a:lnTo>
                <a:cubicBezTo>
                  <a:pt x="1071563" y="259858"/>
                  <a:pt x="1079775" y="254104"/>
                  <a:pt x="1089338" y="254104"/>
                </a:cubicBezTo>
                <a:cubicBezTo>
                  <a:pt x="1098894" y="254104"/>
                  <a:pt x="1107106" y="259858"/>
                  <a:pt x="1110702" y="268094"/>
                </a:cubicBezTo>
                <a:lnTo>
                  <a:pt x="1128098" y="268094"/>
                </a:lnTo>
                <a:cubicBezTo>
                  <a:pt x="1130169" y="268094"/>
                  <a:pt x="1132153" y="268900"/>
                  <a:pt x="1133631" y="270346"/>
                </a:cubicBezTo>
                <a:lnTo>
                  <a:pt x="1140199" y="276780"/>
                </a:lnTo>
                <a:cubicBezTo>
                  <a:pt x="1141677" y="278226"/>
                  <a:pt x="1143660" y="279040"/>
                  <a:pt x="1145731" y="279040"/>
                </a:cubicBezTo>
                <a:lnTo>
                  <a:pt x="1164250" y="279040"/>
                </a:lnTo>
                <a:cubicBezTo>
                  <a:pt x="1167364" y="279040"/>
                  <a:pt x="1170185" y="280866"/>
                  <a:pt x="1171466" y="283712"/>
                </a:cubicBezTo>
                <a:lnTo>
                  <a:pt x="1221718" y="395984"/>
                </a:lnTo>
                <a:cubicBezTo>
                  <a:pt x="1226784" y="407302"/>
                  <a:pt x="1222279" y="420612"/>
                  <a:pt x="1211379" y="426524"/>
                </a:cubicBezTo>
                <a:lnTo>
                  <a:pt x="1205649" y="429622"/>
                </a:lnTo>
                <a:lnTo>
                  <a:pt x="1146427" y="300871"/>
                </a:lnTo>
                <a:lnTo>
                  <a:pt x="1024290" y="300871"/>
                </a:lnTo>
                <a:lnTo>
                  <a:pt x="1024290" y="730390"/>
                </a:lnTo>
                <a:lnTo>
                  <a:pt x="1133465" y="730390"/>
                </a:lnTo>
                <a:lnTo>
                  <a:pt x="1266358" y="569321"/>
                </a:lnTo>
                <a:lnTo>
                  <a:pt x="1375026" y="569321"/>
                </a:lnTo>
                <a:cubicBezTo>
                  <a:pt x="1384258" y="569321"/>
                  <a:pt x="1392643" y="574679"/>
                  <a:pt x="1396532" y="583049"/>
                </a:cubicBezTo>
                <a:lnTo>
                  <a:pt x="1437252" y="670709"/>
                </a:lnTo>
                <a:lnTo>
                  <a:pt x="1442208" y="670709"/>
                </a:lnTo>
                <a:cubicBezTo>
                  <a:pt x="1450941" y="670709"/>
                  <a:pt x="1458015" y="677783"/>
                  <a:pt x="1458015" y="686517"/>
                </a:cubicBezTo>
                <a:lnTo>
                  <a:pt x="1458015" y="696215"/>
                </a:lnTo>
                <a:cubicBezTo>
                  <a:pt x="1458015" y="696657"/>
                  <a:pt x="1457667" y="697005"/>
                  <a:pt x="1457225" y="697005"/>
                </a:cubicBezTo>
                <a:lnTo>
                  <a:pt x="1419018" y="697005"/>
                </a:lnTo>
                <a:lnTo>
                  <a:pt x="1377065" y="606563"/>
                </a:lnTo>
                <a:lnTo>
                  <a:pt x="1285414" y="606563"/>
                </a:lnTo>
                <a:lnTo>
                  <a:pt x="1133465" y="791747"/>
                </a:lnTo>
                <a:lnTo>
                  <a:pt x="1078874" y="791747"/>
                </a:lnTo>
                <a:lnTo>
                  <a:pt x="1024290" y="833834"/>
                </a:lnTo>
                <a:lnTo>
                  <a:pt x="1024290" y="932362"/>
                </a:lnTo>
                <a:lnTo>
                  <a:pt x="1211206" y="1145115"/>
                </a:lnTo>
                <a:lnTo>
                  <a:pt x="1277565" y="1145115"/>
                </a:lnTo>
                <a:lnTo>
                  <a:pt x="1438469" y="1366474"/>
                </a:lnTo>
                <a:lnTo>
                  <a:pt x="1436185" y="1735325"/>
                </a:lnTo>
                <a:lnTo>
                  <a:pt x="1537052" y="1895834"/>
                </a:lnTo>
                <a:lnTo>
                  <a:pt x="1686670" y="2113115"/>
                </a:lnTo>
                <a:lnTo>
                  <a:pt x="1686670" y="2458872"/>
                </a:lnTo>
                <a:lnTo>
                  <a:pt x="1915317" y="2763236"/>
                </a:lnTo>
                <a:lnTo>
                  <a:pt x="1915317" y="3451010"/>
                </a:lnTo>
                <a:lnTo>
                  <a:pt x="1458015" y="3869338"/>
                </a:lnTo>
                <a:lnTo>
                  <a:pt x="1458015" y="4117768"/>
                </a:lnTo>
                <a:lnTo>
                  <a:pt x="1041797" y="4462489"/>
                </a:lnTo>
                <a:lnTo>
                  <a:pt x="716954" y="4249650"/>
                </a:lnTo>
                <a:lnTo>
                  <a:pt x="488884" y="4249650"/>
                </a:lnTo>
                <a:lnTo>
                  <a:pt x="361864" y="4109872"/>
                </a:lnTo>
                <a:lnTo>
                  <a:pt x="361864" y="3863371"/>
                </a:lnTo>
                <a:lnTo>
                  <a:pt x="183666" y="3656112"/>
                </a:lnTo>
                <a:lnTo>
                  <a:pt x="180505" y="3304760"/>
                </a:lnTo>
                <a:lnTo>
                  <a:pt x="0" y="3104226"/>
                </a:lnTo>
                <a:lnTo>
                  <a:pt x="0" y="2413662"/>
                </a:lnTo>
                <a:lnTo>
                  <a:pt x="306640" y="2063251"/>
                </a:lnTo>
                <a:lnTo>
                  <a:pt x="306640" y="1616912"/>
                </a:lnTo>
                <a:lnTo>
                  <a:pt x="607345" y="1284394"/>
                </a:lnTo>
                <a:lnTo>
                  <a:pt x="607345" y="1183313"/>
                </a:lnTo>
                <a:lnTo>
                  <a:pt x="541697" y="1102197"/>
                </a:lnTo>
                <a:lnTo>
                  <a:pt x="495105" y="1102197"/>
                </a:lnTo>
                <a:lnTo>
                  <a:pt x="448480" y="1039742"/>
                </a:lnTo>
                <a:lnTo>
                  <a:pt x="346127" y="915100"/>
                </a:lnTo>
                <a:lnTo>
                  <a:pt x="256373" y="915100"/>
                </a:lnTo>
                <a:lnTo>
                  <a:pt x="177043" y="856265"/>
                </a:lnTo>
                <a:lnTo>
                  <a:pt x="128688" y="915100"/>
                </a:lnTo>
                <a:cubicBezTo>
                  <a:pt x="116532" y="904873"/>
                  <a:pt x="114991" y="886710"/>
                  <a:pt x="125250" y="874586"/>
                </a:cubicBezTo>
                <a:lnTo>
                  <a:pt x="149878" y="845461"/>
                </a:lnTo>
                <a:cubicBezTo>
                  <a:pt x="163551" y="829298"/>
                  <a:pt x="187539" y="826776"/>
                  <a:pt x="204271" y="839754"/>
                </a:cubicBezTo>
                <a:lnTo>
                  <a:pt x="262703" y="885066"/>
                </a:lnTo>
                <a:lnTo>
                  <a:pt x="361864" y="885066"/>
                </a:lnTo>
                <a:lnTo>
                  <a:pt x="488884" y="1039742"/>
                </a:lnTo>
                <a:lnTo>
                  <a:pt x="564333" y="1039742"/>
                </a:lnTo>
                <a:lnTo>
                  <a:pt x="607345" y="1071444"/>
                </a:lnTo>
                <a:lnTo>
                  <a:pt x="770233" y="1071444"/>
                </a:lnTo>
                <a:lnTo>
                  <a:pt x="858415" y="932750"/>
                </a:lnTo>
                <a:lnTo>
                  <a:pt x="858415" y="300871"/>
                </a:lnTo>
                <a:lnTo>
                  <a:pt x="770233" y="300871"/>
                </a:lnTo>
                <a:lnTo>
                  <a:pt x="716693" y="373466"/>
                </a:lnTo>
                <a:lnTo>
                  <a:pt x="714433" y="372289"/>
                </a:lnTo>
                <a:cubicBezTo>
                  <a:pt x="701455" y="365491"/>
                  <a:pt x="697685" y="348664"/>
                  <a:pt x="706521" y="336975"/>
                </a:cubicBezTo>
                <a:lnTo>
                  <a:pt x="756259" y="271232"/>
                </a:lnTo>
                <a:cubicBezTo>
                  <a:pt x="757753" y="269256"/>
                  <a:pt x="760093" y="268094"/>
                  <a:pt x="762567" y="268094"/>
                </a:cubicBezTo>
                <a:lnTo>
                  <a:pt x="793763" y="268094"/>
                </a:lnTo>
                <a:cubicBezTo>
                  <a:pt x="797035" y="259898"/>
                  <a:pt x="805049" y="254104"/>
                  <a:pt x="814423" y="254104"/>
                </a:cubicBezTo>
                <a:cubicBezTo>
                  <a:pt x="823789" y="254104"/>
                  <a:pt x="831803" y="259898"/>
                  <a:pt x="835075" y="268094"/>
                </a:cubicBezTo>
                <a:lnTo>
                  <a:pt x="839003" y="268094"/>
                </a:lnTo>
                <a:cubicBezTo>
                  <a:pt x="844908" y="250761"/>
                  <a:pt x="861316" y="238297"/>
                  <a:pt x="880640" y="238297"/>
                </a:cubicBezTo>
                <a:cubicBezTo>
                  <a:pt x="891674" y="238297"/>
                  <a:pt x="901759" y="242359"/>
                  <a:pt x="909481" y="249077"/>
                </a:cubicBezTo>
                <a:cubicBezTo>
                  <a:pt x="915266" y="219644"/>
                  <a:pt x="941206" y="197435"/>
                  <a:pt x="972339" y="197435"/>
                </a:cubicBezTo>
                <a:moveTo>
                  <a:pt x="1247120" y="200185"/>
                </a:moveTo>
                <a:cubicBezTo>
                  <a:pt x="1217679" y="187405"/>
                  <a:pt x="1162732" y="199150"/>
                  <a:pt x="1133536" y="218379"/>
                </a:cubicBezTo>
                <a:cubicBezTo>
                  <a:pt x="1172169" y="203923"/>
                  <a:pt x="1207728" y="209701"/>
                  <a:pt x="1239248" y="223801"/>
                </a:cubicBezTo>
                <a:cubicBezTo>
                  <a:pt x="1254676" y="230709"/>
                  <a:pt x="1266192" y="208468"/>
                  <a:pt x="1247120" y="200185"/>
                </a:cubicBezTo>
                <a:moveTo>
                  <a:pt x="1166336" y="70635"/>
                </a:moveTo>
                <a:cubicBezTo>
                  <a:pt x="1125861" y="82420"/>
                  <a:pt x="1080193" y="140409"/>
                  <a:pt x="1066836" y="184338"/>
                </a:cubicBezTo>
                <a:cubicBezTo>
                  <a:pt x="1093740" y="137311"/>
                  <a:pt x="1134524" y="113307"/>
                  <a:pt x="1178200" y="101104"/>
                </a:cubicBezTo>
                <a:cubicBezTo>
                  <a:pt x="1199587" y="95137"/>
                  <a:pt x="1192553" y="62992"/>
                  <a:pt x="1166336" y="70635"/>
                </a:cubicBezTo>
                <a:moveTo>
                  <a:pt x="749510" y="207441"/>
                </a:moveTo>
                <a:cubicBezTo>
                  <a:pt x="728304" y="188298"/>
                  <a:pt x="685379" y="172016"/>
                  <a:pt x="660024" y="178695"/>
                </a:cubicBezTo>
                <a:cubicBezTo>
                  <a:pt x="643592" y="183026"/>
                  <a:pt x="650144" y="202414"/>
                  <a:pt x="663462" y="198747"/>
                </a:cubicBezTo>
                <a:cubicBezTo>
                  <a:pt x="690658" y="191254"/>
                  <a:pt x="720092" y="190985"/>
                  <a:pt x="749510" y="207441"/>
                </a:cubicBezTo>
                <a:moveTo>
                  <a:pt x="824429" y="167954"/>
                </a:moveTo>
                <a:cubicBezTo>
                  <a:pt x="819434" y="144408"/>
                  <a:pt x="798592" y="87581"/>
                  <a:pt x="755113" y="48655"/>
                </a:cubicBezTo>
                <a:cubicBezTo>
                  <a:pt x="700775" y="0"/>
                  <a:pt x="678376" y="47667"/>
                  <a:pt x="701155" y="63000"/>
                </a:cubicBezTo>
                <a:cubicBezTo>
                  <a:pt x="706474" y="66580"/>
                  <a:pt x="712244" y="68667"/>
                  <a:pt x="718851" y="71046"/>
                </a:cubicBezTo>
                <a:cubicBezTo>
                  <a:pt x="740547" y="78879"/>
                  <a:pt x="771245" y="89968"/>
                  <a:pt x="824429" y="167954"/>
                </a:cubicBezTo>
              </a:path>
            </a:pathLst>
          </a:custGeom>
          <a:gradFill rotWithShape="1">
            <a:gsLst>
              <a:gs pos="0">
                <a:srgbClr val="FFBF84"/>
              </a:gs>
              <a:gs pos="100000">
                <a:srgbClr val="F99539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65056" y="1557642"/>
            <a:ext cx="1915317" cy="4462490"/>
          </a:xfrm>
          <a:custGeom>
            <a:avLst/>
            <a:gdLst/>
            <a:ahLst/>
            <a:cxnLst/>
            <a:rect l="0" t="0" r="0" b="0"/>
            <a:pathLst>
              <a:path w="1915317" h="4462490">
                <a:moveTo>
                  <a:pt x="972335" y="197436"/>
                </a:moveTo>
                <a:cubicBezTo>
                  <a:pt x="999644" y="197436"/>
                  <a:pt x="1022962" y="214525"/>
                  <a:pt x="1032177" y="238593"/>
                </a:cubicBezTo>
                <a:cubicBezTo>
                  <a:pt x="1033554" y="238398"/>
                  <a:pt x="1034960" y="238297"/>
                  <a:pt x="1036391" y="238297"/>
                </a:cubicBezTo>
                <a:cubicBezTo>
                  <a:pt x="1052845" y="238297"/>
                  <a:pt x="1066184" y="251636"/>
                  <a:pt x="1066184" y="268091"/>
                </a:cubicBezTo>
                <a:lnTo>
                  <a:pt x="1067968" y="268091"/>
                </a:lnTo>
                <a:cubicBezTo>
                  <a:pt x="1071563" y="259858"/>
                  <a:pt x="1079778" y="254105"/>
                  <a:pt x="1089336" y="254105"/>
                </a:cubicBezTo>
                <a:cubicBezTo>
                  <a:pt x="1098894" y="254105"/>
                  <a:pt x="1107107" y="259858"/>
                  <a:pt x="1110703" y="268091"/>
                </a:cubicBezTo>
                <a:lnTo>
                  <a:pt x="1128098" y="268091"/>
                </a:lnTo>
                <a:cubicBezTo>
                  <a:pt x="1130165" y="268091"/>
                  <a:pt x="1132150" y="268900"/>
                  <a:pt x="1133627" y="270347"/>
                </a:cubicBezTo>
                <a:lnTo>
                  <a:pt x="1140200" y="276781"/>
                </a:lnTo>
                <a:cubicBezTo>
                  <a:pt x="1141677" y="278227"/>
                  <a:pt x="1143662" y="279037"/>
                  <a:pt x="1145729" y="279037"/>
                </a:cubicBezTo>
                <a:lnTo>
                  <a:pt x="1164248" y="279037"/>
                </a:lnTo>
                <a:cubicBezTo>
                  <a:pt x="1167364" y="279037"/>
                  <a:pt x="1170189" y="280867"/>
                  <a:pt x="1171463" y="283711"/>
                </a:cubicBezTo>
                <a:lnTo>
                  <a:pt x="1221721" y="395983"/>
                </a:lnTo>
                <a:cubicBezTo>
                  <a:pt x="1226787" y="407300"/>
                  <a:pt x="1222278" y="420610"/>
                  <a:pt x="1211376" y="426518"/>
                </a:cubicBezTo>
                <a:lnTo>
                  <a:pt x="1205651" y="429621"/>
                </a:lnTo>
                <a:lnTo>
                  <a:pt x="1146429" y="300872"/>
                </a:lnTo>
                <a:lnTo>
                  <a:pt x="1024289" y="300872"/>
                </a:lnTo>
                <a:lnTo>
                  <a:pt x="1024289" y="730389"/>
                </a:lnTo>
                <a:lnTo>
                  <a:pt x="1133465" y="730389"/>
                </a:lnTo>
                <a:lnTo>
                  <a:pt x="1266355" y="569322"/>
                </a:lnTo>
                <a:lnTo>
                  <a:pt x="1375027" y="569322"/>
                </a:lnTo>
                <a:cubicBezTo>
                  <a:pt x="1384254" y="569322"/>
                  <a:pt x="1392644" y="574675"/>
                  <a:pt x="1396531" y="583044"/>
                </a:cubicBezTo>
                <a:lnTo>
                  <a:pt x="1437249" y="670707"/>
                </a:lnTo>
                <a:lnTo>
                  <a:pt x="1442210" y="670707"/>
                </a:lnTo>
                <a:cubicBezTo>
                  <a:pt x="1450941" y="670707"/>
                  <a:pt x="1458018" y="677784"/>
                  <a:pt x="1458018" y="686515"/>
                </a:cubicBezTo>
                <a:lnTo>
                  <a:pt x="1458018" y="696216"/>
                </a:lnTo>
                <a:cubicBezTo>
                  <a:pt x="1458018" y="696653"/>
                  <a:pt x="1457663" y="697006"/>
                  <a:pt x="1457227" y="697006"/>
                </a:cubicBezTo>
                <a:lnTo>
                  <a:pt x="1419018" y="697006"/>
                </a:lnTo>
                <a:lnTo>
                  <a:pt x="1377062" y="606564"/>
                </a:lnTo>
                <a:lnTo>
                  <a:pt x="1285417" y="606716"/>
                </a:lnTo>
                <a:lnTo>
                  <a:pt x="1133465" y="791747"/>
                </a:lnTo>
                <a:lnTo>
                  <a:pt x="1078877" y="791747"/>
                </a:lnTo>
                <a:lnTo>
                  <a:pt x="1024289" y="833832"/>
                </a:lnTo>
                <a:lnTo>
                  <a:pt x="1024289" y="932361"/>
                </a:lnTo>
                <a:lnTo>
                  <a:pt x="1211203" y="1145113"/>
                </a:lnTo>
                <a:lnTo>
                  <a:pt x="1277567" y="1145113"/>
                </a:lnTo>
                <a:lnTo>
                  <a:pt x="1438465" y="1366473"/>
                </a:lnTo>
                <a:lnTo>
                  <a:pt x="1436182" y="1735322"/>
                </a:lnTo>
                <a:lnTo>
                  <a:pt x="1537055" y="1895832"/>
                </a:lnTo>
                <a:lnTo>
                  <a:pt x="1686667" y="2113115"/>
                </a:lnTo>
                <a:lnTo>
                  <a:pt x="1686667" y="2458868"/>
                </a:lnTo>
                <a:lnTo>
                  <a:pt x="1915317" y="2763233"/>
                </a:lnTo>
                <a:lnTo>
                  <a:pt x="1915317" y="3451007"/>
                </a:lnTo>
                <a:lnTo>
                  <a:pt x="1458018" y="3869340"/>
                </a:lnTo>
                <a:lnTo>
                  <a:pt x="1458018" y="4117769"/>
                </a:lnTo>
                <a:lnTo>
                  <a:pt x="1041801" y="4462490"/>
                </a:lnTo>
                <a:lnTo>
                  <a:pt x="716957" y="4249649"/>
                </a:lnTo>
                <a:lnTo>
                  <a:pt x="488888" y="4249649"/>
                </a:lnTo>
                <a:lnTo>
                  <a:pt x="361867" y="4109874"/>
                </a:lnTo>
                <a:lnTo>
                  <a:pt x="361867" y="3863371"/>
                </a:lnTo>
                <a:lnTo>
                  <a:pt x="183670" y="3656107"/>
                </a:lnTo>
                <a:lnTo>
                  <a:pt x="180502" y="3304761"/>
                </a:lnTo>
                <a:lnTo>
                  <a:pt x="0" y="3104224"/>
                </a:lnTo>
                <a:lnTo>
                  <a:pt x="0" y="2413662"/>
                </a:lnTo>
                <a:lnTo>
                  <a:pt x="306643" y="2063245"/>
                </a:lnTo>
                <a:lnTo>
                  <a:pt x="306643" y="1616908"/>
                </a:lnTo>
                <a:lnTo>
                  <a:pt x="607343" y="1284392"/>
                </a:lnTo>
                <a:lnTo>
                  <a:pt x="607343" y="1183314"/>
                </a:lnTo>
                <a:lnTo>
                  <a:pt x="541701" y="1102198"/>
                </a:lnTo>
                <a:lnTo>
                  <a:pt x="495104" y="1102198"/>
                </a:lnTo>
                <a:lnTo>
                  <a:pt x="448479" y="1039737"/>
                </a:lnTo>
                <a:lnTo>
                  <a:pt x="346124" y="915101"/>
                </a:lnTo>
                <a:lnTo>
                  <a:pt x="256371" y="915101"/>
                </a:lnTo>
                <a:lnTo>
                  <a:pt x="177045" y="856264"/>
                </a:lnTo>
                <a:lnTo>
                  <a:pt x="128687" y="915101"/>
                </a:lnTo>
                <a:cubicBezTo>
                  <a:pt x="116529" y="904870"/>
                  <a:pt x="114989" y="886711"/>
                  <a:pt x="125251" y="874580"/>
                </a:cubicBezTo>
                <a:lnTo>
                  <a:pt x="149881" y="845459"/>
                </a:lnTo>
                <a:cubicBezTo>
                  <a:pt x="163554" y="829293"/>
                  <a:pt x="187539" y="826776"/>
                  <a:pt x="204270" y="839750"/>
                </a:cubicBezTo>
                <a:lnTo>
                  <a:pt x="262707" y="885064"/>
                </a:lnTo>
                <a:lnTo>
                  <a:pt x="361867" y="885064"/>
                </a:lnTo>
                <a:lnTo>
                  <a:pt x="488888" y="1039737"/>
                </a:lnTo>
                <a:lnTo>
                  <a:pt x="564336" y="1039737"/>
                </a:lnTo>
                <a:lnTo>
                  <a:pt x="607343" y="1071438"/>
                </a:lnTo>
                <a:lnTo>
                  <a:pt x="770235" y="1071438"/>
                </a:lnTo>
                <a:lnTo>
                  <a:pt x="858414" y="932746"/>
                </a:lnTo>
                <a:lnTo>
                  <a:pt x="858414" y="300872"/>
                </a:lnTo>
                <a:lnTo>
                  <a:pt x="770235" y="300872"/>
                </a:lnTo>
                <a:lnTo>
                  <a:pt x="716694" y="373467"/>
                </a:lnTo>
                <a:lnTo>
                  <a:pt x="714435" y="372285"/>
                </a:lnTo>
                <a:cubicBezTo>
                  <a:pt x="701453" y="365488"/>
                  <a:pt x="697683" y="348660"/>
                  <a:pt x="706524" y="336973"/>
                </a:cubicBezTo>
                <a:lnTo>
                  <a:pt x="756263" y="271226"/>
                </a:lnTo>
                <a:cubicBezTo>
                  <a:pt x="757756" y="269251"/>
                  <a:pt x="760090" y="268091"/>
                  <a:pt x="762566" y="268091"/>
                </a:cubicBezTo>
                <a:lnTo>
                  <a:pt x="793760" y="268091"/>
                </a:lnTo>
                <a:cubicBezTo>
                  <a:pt x="797039" y="259895"/>
                  <a:pt x="805052" y="254105"/>
                  <a:pt x="814419" y="254105"/>
                </a:cubicBezTo>
                <a:cubicBezTo>
                  <a:pt x="823785" y="254105"/>
                  <a:pt x="831799" y="259895"/>
                  <a:pt x="835077" y="268091"/>
                </a:cubicBezTo>
                <a:lnTo>
                  <a:pt x="839004" y="268091"/>
                </a:lnTo>
                <a:cubicBezTo>
                  <a:pt x="844905" y="250762"/>
                  <a:pt x="861319" y="238297"/>
                  <a:pt x="880643" y="238297"/>
                </a:cubicBezTo>
                <a:cubicBezTo>
                  <a:pt x="891677" y="238297"/>
                  <a:pt x="901761" y="242360"/>
                  <a:pt x="909483" y="249073"/>
                </a:cubicBezTo>
                <a:cubicBezTo>
                  <a:pt x="915265" y="219640"/>
                  <a:pt x="941207" y="197436"/>
                  <a:pt x="972335" y="197436"/>
                </a:cubicBezTo>
                <a:close/>
                <a:moveTo>
                  <a:pt x="1247122" y="200182"/>
                </a:moveTo>
                <a:cubicBezTo>
                  <a:pt x="1217682" y="187399"/>
                  <a:pt x="1162731" y="199148"/>
                  <a:pt x="1133535" y="218380"/>
                </a:cubicBezTo>
                <a:cubicBezTo>
                  <a:pt x="1172170" y="203923"/>
                  <a:pt x="1207729" y="209701"/>
                  <a:pt x="1239246" y="223802"/>
                </a:cubicBezTo>
                <a:cubicBezTo>
                  <a:pt x="1254678" y="230706"/>
                  <a:pt x="1266193" y="208463"/>
                  <a:pt x="1247122" y="200182"/>
                </a:cubicBezTo>
                <a:close/>
                <a:moveTo>
                  <a:pt x="1166337" y="70629"/>
                </a:moveTo>
                <a:cubicBezTo>
                  <a:pt x="1125861" y="82417"/>
                  <a:pt x="1080195" y="140404"/>
                  <a:pt x="1066832" y="184336"/>
                </a:cubicBezTo>
                <a:cubicBezTo>
                  <a:pt x="1093741" y="137307"/>
                  <a:pt x="1134520" y="113305"/>
                  <a:pt x="1178198" y="101105"/>
                </a:cubicBezTo>
                <a:cubicBezTo>
                  <a:pt x="1199586" y="95131"/>
                  <a:pt x="1192556" y="62993"/>
                  <a:pt x="1166337" y="70629"/>
                </a:cubicBezTo>
                <a:close/>
                <a:moveTo>
                  <a:pt x="749509" y="207438"/>
                </a:moveTo>
                <a:cubicBezTo>
                  <a:pt x="728307" y="188296"/>
                  <a:pt x="685379" y="172010"/>
                  <a:pt x="660020" y="178695"/>
                </a:cubicBezTo>
                <a:cubicBezTo>
                  <a:pt x="643594" y="183024"/>
                  <a:pt x="650143" y="202412"/>
                  <a:pt x="663462" y="198744"/>
                </a:cubicBezTo>
                <a:cubicBezTo>
                  <a:pt x="690659" y="191254"/>
                  <a:pt x="720093" y="190985"/>
                  <a:pt x="749509" y="207438"/>
                </a:cubicBezTo>
                <a:close/>
                <a:moveTo>
                  <a:pt x="824426" y="167952"/>
                </a:moveTo>
                <a:cubicBezTo>
                  <a:pt x="819437" y="144406"/>
                  <a:pt x="798588" y="87582"/>
                  <a:pt x="755117" y="48656"/>
                </a:cubicBezTo>
                <a:cubicBezTo>
                  <a:pt x="700777" y="0"/>
                  <a:pt x="678373" y="47668"/>
                  <a:pt x="701158" y="62999"/>
                </a:cubicBezTo>
                <a:cubicBezTo>
                  <a:pt x="706476" y="66577"/>
                  <a:pt x="712246" y="68662"/>
                  <a:pt x="718851" y="71046"/>
                </a:cubicBezTo>
                <a:cubicBezTo>
                  <a:pt x="740549" y="78880"/>
                  <a:pt x="771246" y="89964"/>
                  <a:pt x="824426" y="167952"/>
                </a:cubicBezTo>
                <a:close/>
                <a:moveTo>
                  <a:pt x="917233" y="311823"/>
                </a:moveTo>
                <a:lnTo>
                  <a:pt x="917233" y="495423"/>
                </a:lnTo>
                <a:moveTo>
                  <a:pt x="917233" y="660521"/>
                </a:moveTo>
                <a:lnTo>
                  <a:pt x="917233" y="893212"/>
                </a:lnTo>
                <a:moveTo>
                  <a:pt x="965427" y="480117"/>
                </a:moveTo>
                <a:lnTo>
                  <a:pt x="965427" y="545694"/>
                </a:lnTo>
                <a:moveTo>
                  <a:pt x="917233" y="558799"/>
                </a:moveTo>
                <a:lnTo>
                  <a:pt x="917233" y="598164"/>
                </a:lnTo>
                <a:moveTo>
                  <a:pt x="965427" y="976624"/>
                </a:moveTo>
                <a:lnTo>
                  <a:pt x="965427" y="826577"/>
                </a:lnTo>
                <a:moveTo>
                  <a:pt x="965427" y="311823"/>
                </a:moveTo>
                <a:lnTo>
                  <a:pt x="965427" y="432355"/>
                </a:lnTo>
                <a:moveTo>
                  <a:pt x="965427" y="598148"/>
                </a:moveTo>
                <a:lnTo>
                  <a:pt x="965427" y="775713"/>
                </a:lnTo>
              </a:path>
            </a:pathLst>
          </a:custGeom>
          <a:noFill/>
          <a:ln w="1185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25602" y="2644633"/>
            <a:ext cx="1232980" cy="2879863"/>
          </a:xfrm>
          <a:custGeom>
            <a:avLst/>
            <a:gdLst/>
            <a:ahLst/>
            <a:cxnLst/>
            <a:rect l="0" t="0" r="0" b="0"/>
            <a:pathLst>
              <a:path w="1232980" h="2879863">
                <a:moveTo>
                  <a:pt x="853602" y="277681"/>
                </a:moveTo>
                <a:lnTo>
                  <a:pt x="853602" y="749470"/>
                </a:lnTo>
                <a:lnTo>
                  <a:pt x="1043291" y="1019817"/>
                </a:lnTo>
                <a:lnTo>
                  <a:pt x="1043291" y="1414798"/>
                </a:lnTo>
                <a:lnTo>
                  <a:pt x="1232980" y="1699332"/>
                </a:lnTo>
                <a:lnTo>
                  <a:pt x="1232980" y="2315822"/>
                </a:lnTo>
                <a:lnTo>
                  <a:pt x="668939" y="2879863"/>
                </a:lnTo>
                <a:lnTo>
                  <a:pt x="485004" y="2879863"/>
                </a:lnTo>
                <a:lnTo>
                  <a:pt x="110652" y="2426474"/>
                </a:lnTo>
                <a:lnTo>
                  <a:pt x="110652" y="1999673"/>
                </a:lnTo>
                <a:lnTo>
                  <a:pt x="0" y="1889021"/>
                </a:lnTo>
                <a:lnTo>
                  <a:pt x="0" y="1272531"/>
                </a:lnTo>
                <a:lnTo>
                  <a:pt x="94844" y="1177686"/>
                </a:lnTo>
                <a:lnTo>
                  <a:pt x="189689" y="1082841"/>
                </a:lnTo>
                <a:lnTo>
                  <a:pt x="189689" y="545388"/>
                </a:lnTo>
                <a:lnTo>
                  <a:pt x="433637" y="277681"/>
                </a:lnTo>
                <a:lnTo>
                  <a:pt x="433637" y="200327"/>
                </a:lnTo>
                <a:lnTo>
                  <a:pt x="547348" y="0"/>
                </a:lnTo>
                <a:lnTo>
                  <a:pt x="621975" y="0"/>
                </a:lnTo>
                <a:lnTo>
                  <a:pt x="853602" y="277681"/>
                </a:lnTo>
              </a:path>
            </a:pathLst>
          </a:custGeom>
          <a:gradFill rotWithShape="1">
            <a:gsLst>
              <a:gs pos="0">
                <a:srgbClr val="FFEF63"/>
              </a:gs>
              <a:gs pos="100000">
                <a:srgbClr val="FFE60A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25602" y="2644633"/>
            <a:ext cx="1232980" cy="2879864"/>
          </a:xfrm>
          <a:custGeom>
            <a:avLst/>
            <a:gdLst/>
            <a:ahLst/>
            <a:cxnLst/>
            <a:rect l="0" t="0" r="0" b="0"/>
            <a:pathLst>
              <a:path w="1232980" h="2879864">
                <a:moveTo>
                  <a:pt x="853602" y="277678"/>
                </a:moveTo>
                <a:lnTo>
                  <a:pt x="853602" y="749466"/>
                </a:lnTo>
                <a:lnTo>
                  <a:pt x="1043291" y="1019816"/>
                </a:lnTo>
                <a:lnTo>
                  <a:pt x="1043291" y="1414798"/>
                </a:lnTo>
                <a:lnTo>
                  <a:pt x="1232980" y="1699332"/>
                </a:lnTo>
                <a:lnTo>
                  <a:pt x="1232980" y="2315822"/>
                </a:lnTo>
                <a:lnTo>
                  <a:pt x="668937" y="2879864"/>
                </a:lnTo>
                <a:lnTo>
                  <a:pt x="485005" y="2879864"/>
                </a:lnTo>
                <a:lnTo>
                  <a:pt x="110652" y="2426474"/>
                </a:lnTo>
                <a:lnTo>
                  <a:pt x="110652" y="1999673"/>
                </a:lnTo>
                <a:lnTo>
                  <a:pt x="0" y="1889021"/>
                </a:lnTo>
                <a:lnTo>
                  <a:pt x="0" y="1272531"/>
                </a:lnTo>
                <a:lnTo>
                  <a:pt x="94844" y="1177686"/>
                </a:lnTo>
                <a:lnTo>
                  <a:pt x="189689" y="1082842"/>
                </a:lnTo>
                <a:lnTo>
                  <a:pt x="189689" y="545389"/>
                </a:lnTo>
                <a:lnTo>
                  <a:pt x="433639" y="277678"/>
                </a:lnTo>
                <a:lnTo>
                  <a:pt x="433639" y="200329"/>
                </a:lnTo>
                <a:lnTo>
                  <a:pt x="547351" y="0"/>
                </a:lnTo>
                <a:lnTo>
                  <a:pt x="621977" y="0"/>
                </a:lnTo>
                <a:lnTo>
                  <a:pt x="853602" y="277678"/>
                </a:lnTo>
                <a:close/>
              </a:path>
            </a:pathLst>
          </a:custGeom>
          <a:noFill/>
          <a:ln w="1185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3" name="Group 12"/>
          <p:cNvGrpSpPr/>
          <p:nvPr/>
        </p:nvGrpSpPr>
        <p:grpSpPr>
          <a:xfrm>
            <a:off x="4666845" y="1987829"/>
            <a:ext cx="1126280" cy="102748"/>
            <a:chOff x="2940185" y="1529339"/>
            <a:chExt cx="1126280" cy="102748"/>
          </a:xfrm>
        </p:grpSpPr>
        <p:sp>
          <p:nvSpPr>
            <p:cNvPr id="11" name="Rounded Rectangle 10"/>
            <p:cNvSpPr/>
            <p:nvPr/>
          </p:nvSpPr>
          <p:spPr>
            <a:xfrm>
              <a:off x="2940185" y="1580713"/>
              <a:ext cx="1122328" cy="7903"/>
            </a:xfrm>
            <a:custGeom>
              <a:avLst/>
              <a:gdLst/>
              <a:ahLst/>
              <a:cxnLst/>
              <a:rect l="0" t="0" r="0" b="0"/>
              <a:pathLst>
                <a:path w="1122328" h="7903">
                  <a:moveTo>
                    <a:pt x="0" y="0"/>
                  </a:moveTo>
                  <a:lnTo>
                    <a:pt x="1122328" y="0"/>
                  </a:lnTo>
                </a:path>
              </a:pathLst>
            </a:custGeom>
            <a:noFill/>
            <a:ln w="11855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015091" y="1529339"/>
              <a:ext cx="51374" cy="102748"/>
            </a:xfrm>
            <a:custGeom>
              <a:avLst/>
              <a:gdLst/>
              <a:ahLst/>
              <a:cxnLst/>
              <a:rect l="0" t="0" r="0" b="0"/>
              <a:pathLst>
                <a:path w="51374" h="102748">
                  <a:moveTo>
                    <a:pt x="0" y="102748"/>
                  </a:moveTo>
                  <a:lnTo>
                    <a:pt x="51374" y="51374"/>
                  </a:lnTo>
                  <a:lnTo>
                    <a:pt x="0" y="0"/>
                  </a:lnTo>
                </a:path>
              </a:pathLst>
            </a:custGeom>
            <a:noFill/>
            <a:ln w="11855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666845" y="3315655"/>
            <a:ext cx="1410814" cy="102748"/>
            <a:chOff x="2940185" y="2857165"/>
            <a:chExt cx="1410814" cy="102748"/>
          </a:xfrm>
        </p:grpSpPr>
        <p:sp>
          <p:nvSpPr>
            <p:cNvPr id="14" name="Rounded Rectangle 13"/>
            <p:cNvSpPr/>
            <p:nvPr/>
          </p:nvSpPr>
          <p:spPr>
            <a:xfrm>
              <a:off x="2940185" y="2908539"/>
              <a:ext cx="1406862" cy="7903"/>
            </a:xfrm>
            <a:custGeom>
              <a:avLst/>
              <a:gdLst/>
              <a:ahLst/>
              <a:cxnLst/>
              <a:rect l="0" t="0" r="0" b="0"/>
              <a:pathLst>
                <a:path w="1406862" h="7903">
                  <a:moveTo>
                    <a:pt x="0" y="0"/>
                  </a:moveTo>
                  <a:lnTo>
                    <a:pt x="1406862" y="0"/>
                  </a:lnTo>
                </a:path>
              </a:pathLst>
            </a:custGeom>
            <a:noFill/>
            <a:ln w="11855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299625" y="2857165"/>
              <a:ext cx="51374" cy="102748"/>
            </a:xfrm>
            <a:custGeom>
              <a:avLst/>
              <a:gdLst/>
              <a:ahLst/>
              <a:cxnLst/>
              <a:rect l="0" t="0" r="0" b="0"/>
              <a:pathLst>
                <a:path w="51374" h="102748">
                  <a:moveTo>
                    <a:pt x="0" y="102748"/>
                  </a:moveTo>
                  <a:lnTo>
                    <a:pt x="51374" y="51374"/>
                  </a:lnTo>
                  <a:lnTo>
                    <a:pt x="0" y="0"/>
                  </a:lnTo>
                </a:path>
              </a:pathLst>
            </a:custGeom>
            <a:noFill/>
            <a:ln w="11855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666845" y="3789907"/>
            <a:ext cx="1110473" cy="102748"/>
            <a:chOff x="2940185" y="3331417"/>
            <a:chExt cx="1110473" cy="102748"/>
          </a:xfrm>
        </p:grpSpPr>
        <p:sp>
          <p:nvSpPr>
            <p:cNvPr id="17" name="Rounded Rectangle 16"/>
            <p:cNvSpPr/>
            <p:nvPr/>
          </p:nvSpPr>
          <p:spPr>
            <a:xfrm>
              <a:off x="2940185" y="3382791"/>
              <a:ext cx="1106521" cy="7903"/>
            </a:xfrm>
            <a:custGeom>
              <a:avLst/>
              <a:gdLst/>
              <a:ahLst/>
              <a:cxnLst/>
              <a:rect l="0" t="0" r="0" b="0"/>
              <a:pathLst>
                <a:path w="1106521" h="7903">
                  <a:moveTo>
                    <a:pt x="0" y="0"/>
                  </a:moveTo>
                  <a:lnTo>
                    <a:pt x="1106521" y="0"/>
                  </a:lnTo>
                </a:path>
              </a:pathLst>
            </a:custGeom>
            <a:noFill/>
            <a:ln w="11855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999284" y="3331417"/>
              <a:ext cx="51374" cy="102748"/>
            </a:xfrm>
            <a:custGeom>
              <a:avLst/>
              <a:gdLst/>
              <a:ahLst/>
              <a:cxnLst/>
              <a:rect l="0" t="0" r="0" b="0"/>
              <a:pathLst>
                <a:path w="51374" h="102748">
                  <a:moveTo>
                    <a:pt x="0" y="102748"/>
                  </a:moveTo>
                  <a:lnTo>
                    <a:pt x="51374" y="51374"/>
                  </a:lnTo>
                  <a:lnTo>
                    <a:pt x="0" y="0"/>
                  </a:lnTo>
                </a:path>
              </a:pathLst>
            </a:custGeom>
            <a:noFill/>
            <a:ln w="11855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666845" y="4264101"/>
            <a:ext cx="1600503" cy="102748"/>
            <a:chOff x="2940185" y="3805611"/>
            <a:chExt cx="1600503" cy="102748"/>
          </a:xfrm>
        </p:grpSpPr>
        <p:sp>
          <p:nvSpPr>
            <p:cNvPr id="20" name="Rounded Rectangle 19"/>
            <p:cNvSpPr/>
            <p:nvPr/>
          </p:nvSpPr>
          <p:spPr>
            <a:xfrm>
              <a:off x="2940185" y="3856986"/>
              <a:ext cx="1596552" cy="7903"/>
            </a:xfrm>
            <a:custGeom>
              <a:avLst/>
              <a:gdLst/>
              <a:ahLst/>
              <a:cxnLst/>
              <a:rect l="0" t="0" r="0" b="0"/>
              <a:pathLst>
                <a:path w="1596552" h="7903">
                  <a:moveTo>
                    <a:pt x="0" y="0"/>
                  </a:moveTo>
                  <a:lnTo>
                    <a:pt x="1596552" y="0"/>
                  </a:lnTo>
                </a:path>
              </a:pathLst>
            </a:custGeom>
            <a:noFill/>
            <a:ln w="11855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489314" y="3805611"/>
              <a:ext cx="51374" cy="102748"/>
            </a:xfrm>
            <a:custGeom>
              <a:avLst/>
              <a:gdLst/>
              <a:ahLst/>
              <a:cxnLst/>
              <a:rect l="0" t="0" r="0" b="0"/>
              <a:pathLst>
                <a:path w="51374" h="102748">
                  <a:moveTo>
                    <a:pt x="0" y="102748"/>
                  </a:moveTo>
                  <a:lnTo>
                    <a:pt x="51374" y="51374"/>
                  </a:lnTo>
                  <a:lnTo>
                    <a:pt x="0" y="0"/>
                  </a:lnTo>
                </a:path>
              </a:pathLst>
            </a:custGeom>
            <a:noFill/>
            <a:ln w="11855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4666845" y="4738325"/>
            <a:ext cx="1315969" cy="102748"/>
            <a:chOff x="2940185" y="4279835"/>
            <a:chExt cx="1315969" cy="102748"/>
          </a:xfrm>
        </p:grpSpPr>
        <p:sp>
          <p:nvSpPr>
            <p:cNvPr id="23" name="Rounded Rectangle 22"/>
            <p:cNvSpPr/>
            <p:nvPr/>
          </p:nvSpPr>
          <p:spPr>
            <a:xfrm>
              <a:off x="2940185" y="4331209"/>
              <a:ext cx="1312018" cy="7903"/>
            </a:xfrm>
            <a:custGeom>
              <a:avLst/>
              <a:gdLst/>
              <a:ahLst/>
              <a:cxnLst/>
              <a:rect l="0" t="0" r="0" b="0"/>
              <a:pathLst>
                <a:path w="1312018" h="7903">
                  <a:moveTo>
                    <a:pt x="0" y="0"/>
                  </a:moveTo>
                  <a:lnTo>
                    <a:pt x="1312018" y="0"/>
                  </a:lnTo>
                </a:path>
              </a:pathLst>
            </a:custGeom>
            <a:noFill/>
            <a:ln w="11855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204780" y="4279835"/>
              <a:ext cx="51374" cy="102748"/>
            </a:xfrm>
            <a:custGeom>
              <a:avLst/>
              <a:gdLst/>
              <a:ahLst/>
              <a:cxnLst/>
              <a:rect l="0" t="0" r="0" b="0"/>
              <a:pathLst>
                <a:path w="51374" h="102748">
                  <a:moveTo>
                    <a:pt x="0" y="102748"/>
                  </a:moveTo>
                  <a:lnTo>
                    <a:pt x="51374" y="51374"/>
                  </a:lnTo>
                  <a:lnTo>
                    <a:pt x="0" y="0"/>
                  </a:lnTo>
                </a:path>
              </a:pathLst>
            </a:custGeom>
            <a:noFill/>
            <a:ln w="11855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4666845" y="5212548"/>
            <a:ext cx="1505659" cy="102748"/>
            <a:chOff x="2940185" y="4754058"/>
            <a:chExt cx="1505659" cy="102748"/>
          </a:xfrm>
        </p:grpSpPr>
        <p:sp>
          <p:nvSpPr>
            <p:cNvPr id="26" name="Rounded Rectangle 25"/>
            <p:cNvSpPr/>
            <p:nvPr/>
          </p:nvSpPr>
          <p:spPr>
            <a:xfrm>
              <a:off x="2940185" y="4805432"/>
              <a:ext cx="1501707" cy="7903"/>
            </a:xfrm>
            <a:custGeom>
              <a:avLst/>
              <a:gdLst/>
              <a:ahLst/>
              <a:cxnLst/>
              <a:rect l="0" t="0" r="0" b="0"/>
              <a:pathLst>
                <a:path w="1501707" h="7903">
                  <a:moveTo>
                    <a:pt x="0" y="0"/>
                  </a:moveTo>
                  <a:lnTo>
                    <a:pt x="1501707" y="0"/>
                  </a:lnTo>
                </a:path>
              </a:pathLst>
            </a:custGeom>
            <a:noFill/>
            <a:ln w="11855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4394470" y="4754058"/>
              <a:ext cx="51374" cy="102748"/>
            </a:xfrm>
            <a:custGeom>
              <a:avLst/>
              <a:gdLst/>
              <a:ahLst/>
              <a:cxnLst/>
              <a:rect l="0" t="0" r="0" b="0"/>
              <a:pathLst>
                <a:path w="51374" h="102748">
                  <a:moveTo>
                    <a:pt x="0" y="102748"/>
                  </a:moveTo>
                  <a:lnTo>
                    <a:pt x="51374" y="51374"/>
                  </a:lnTo>
                  <a:lnTo>
                    <a:pt x="0" y="0"/>
                  </a:lnTo>
                </a:path>
              </a:pathLst>
            </a:custGeom>
            <a:noFill/>
            <a:ln w="11855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2121846" y="965893"/>
            <a:ext cx="2302892" cy="711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484848"/>
                </a:solidFill>
                <a:latin typeface="Roboto"/>
              </a:rPr>
              <a:t>Current Infrastructure
Challenges: Unveiling the
Hidden Depths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92621" y="1849545"/>
            <a:ext cx="367523" cy="367523"/>
          </a:xfrm>
          <a:custGeom>
            <a:avLst/>
            <a:gdLst/>
            <a:ahLst/>
            <a:cxnLst/>
            <a:rect l="0" t="0" r="0" b="0"/>
            <a:pathLst>
              <a:path w="367523" h="367523">
                <a:moveTo>
                  <a:pt x="188899" y="152542"/>
                </a:moveTo>
                <a:cubicBezTo>
                  <a:pt x="223819" y="152542"/>
                  <a:pt x="252128" y="138387"/>
                  <a:pt x="252128" y="120927"/>
                </a:cubicBezTo>
                <a:cubicBezTo>
                  <a:pt x="252128" y="103466"/>
                  <a:pt x="223819" y="89312"/>
                  <a:pt x="188899" y="89312"/>
                </a:cubicBezTo>
                <a:cubicBezTo>
                  <a:pt x="153977" y="89312"/>
                  <a:pt x="125668" y="103466"/>
                  <a:pt x="125668" y="120927"/>
                </a:cubicBezTo>
                <a:cubicBezTo>
                  <a:pt x="125668" y="138387"/>
                  <a:pt x="153977" y="152542"/>
                  <a:pt x="188899" y="152542"/>
                </a:cubicBezTo>
                <a:close/>
                <a:moveTo>
                  <a:pt x="125668" y="120927"/>
                </a:moveTo>
                <a:lnTo>
                  <a:pt x="125668" y="174672"/>
                </a:lnTo>
                <a:cubicBezTo>
                  <a:pt x="125668" y="192060"/>
                  <a:pt x="154121" y="206287"/>
                  <a:pt x="188899" y="206287"/>
                </a:cubicBezTo>
                <a:cubicBezTo>
                  <a:pt x="223675" y="206287"/>
                  <a:pt x="252128" y="192060"/>
                  <a:pt x="252128" y="174672"/>
                </a:cubicBezTo>
                <a:lnTo>
                  <a:pt x="252128" y="120927"/>
                </a:lnTo>
                <a:moveTo>
                  <a:pt x="125668" y="176253"/>
                </a:moveTo>
                <a:lnTo>
                  <a:pt x="125668" y="229998"/>
                </a:lnTo>
                <a:cubicBezTo>
                  <a:pt x="125668" y="247386"/>
                  <a:pt x="154121" y="261613"/>
                  <a:pt x="188899" y="261613"/>
                </a:cubicBezTo>
                <a:cubicBezTo>
                  <a:pt x="223675" y="261613"/>
                  <a:pt x="252128" y="247386"/>
                  <a:pt x="252128" y="229998"/>
                </a:cubicBezTo>
                <a:lnTo>
                  <a:pt x="252128" y="176253"/>
                </a:lnTo>
                <a:moveTo>
                  <a:pt x="59277" y="11855"/>
                </a:moveTo>
                <a:lnTo>
                  <a:pt x="11855" y="11855"/>
                </a:lnTo>
                <a:lnTo>
                  <a:pt x="11855" y="59277"/>
                </a:lnTo>
                <a:moveTo>
                  <a:pt x="0" y="0"/>
                </a:moveTo>
                <a:moveTo>
                  <a:pt x="11855" y="11855"/>
                </a:moveTo>
                <a:lnTo>
                  <a:pt x="67181" y="67181"/>
                </a:lnTo>
                <a:moveTo>
                  <a:pt x="320100" y="11855"/>
                </a:moveTo>
                <a:lnTo>
                  <a:pt x="367523" y="11855"/>
                </a:lnTo>
                <a:lnTo>
                  <a:pt x="367523" y="59277"/>
                </a:lnTo>
                <a:moveTo>
                  <a:pt x="0" y="0"/>
                </a:moveTo>
                <a:moveTo>
                  <a:pt x="367523" y="11855"/>
                </a:moveTo>
                <a:lnTo>
                  <a:pt x="312197" y="67181"/>
                </a:lnTo>
                <a:moveTo>
                  <a:pt x="59277" y="367523"/>
                </a:moveTo>
                <a:lnTo>
                  <a:pt x="11855" y="367523"/>
                </a:lnTo>
                <a:lnTo>
                  <a:pt x="11855" y="320100"/>
                </a:lnTo>
                <a:moveTo>
                  <a:pt x="0" y="0"/>
                </a:moveTo>
                <a:moveTo>
                  <a:pt x="11855" y="367523"/>
                </a:moveTo>
                <a:lnTo>
                  <a:pt x="67181" y="312197"/>
                </a:lnTo>
                <a:moveTo>
                  <a:pt x="320100" y="367523"/>
                </a:moveTo>
                <a:lnTo>
                  <a:pt x="367523" y="367523"/>
                </a:lnTo>
                <a:lnTo>
                  <a:pt x="367523" y="320100"/>
                </a:lnTo>
                <a:moveTo>
                  <a:pt x="0" y="0"/>
                </a:moveTo>
                <a:moveTo>
                  <a:pt x="367523" y="367523"/>
                </a:moveTo>
                <a:lnTo>
                  <a:pt x="312197" y="312197"/>
                </a:lnTo>
                <a:moveTo>
                  <a:pt x="283743" y="266355"/>
                </a:moveTo>
                <a:cubicBezTo>
                  <a:pt x="321681" y="248967"/>
                  <a:pt x="346973" y="222094"/>
                  <a:pt x="346973" y="190479"/>
                </a:cubicBezTo>
                <a:cubicBezTo>
                  <a:pt x="346973" y="165187"/>
                  <a:pt x="329585" y="141476"/>
                  <a:pt x="301131" y="124088"/>
                </a:cubicBezTo>
                <a:moveTo>
                  <a:pt x="79826" y="122507"/>
                </a:moveTo>
                <a:cubicBezTo>
                  <a:pt x="49792" y="139895"/>
                  <a:pt x="30823" y="163607"/>
                  <a:pt x="30823" y="190479"/>
                </a:cubicBezTo>
                <a:cubicBezTo>
                  <a:pt x="30823" y="222094"/>
                  <a:pt x="56115" y="248967"/>
                  <a:pt x="94053" y="266355"/>
                </a:cubicBezTo>
              </a:path>
            </a:pathLst>
          </a:custGeom>
          <a:noFill/>
          <a:ln w="1185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47066" y="1958300"/>
            <a:ext cx="1534934" cy="1896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484848"/>
                </a:solidFill>
                <a:latin typeface="Roboto"/>
              </a:rPr>
              <a:t>Scalability Challenges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4477" y="3185341"/>
            <a:ext cx="355667" cy="359805"/>
          </a:xfrm>
          <a:custGeom>
            <a:avLst/>
            <a:gdLst/>
            <a:ahLst/>
            <a:cxnLst/>
            <a:rect l="0" t="0" r="0" b="0"/>
            <a:pathLst>
              <a:path w="355667" h="359805">
                <a:moveTo>
                  <a:pt x="60858" y="359805"/>
                </a:moveTo>
                <a:lnTo>
                  <a:pt x="60858" y="180722"/>
                </a:lnTo>
                <a:cubicBezTo>
                  <a:pt x="24456" y="167923"/>
                  <a:pt x="72" y="133570"/>
                  <a:pt x="0" y="94983"/>
                </a:cubicBezTo>
                <a:cubicBezTo>
                  <a:pt x="93" y="79883"/>
                  <a:pt x="3979" y="65050"/>
                  <a:pt x="11302" y="51844"/>
                </a:cubicBezTo>
                <a:cubicBezTo>
                  <a:pt x="11302" y="51844"/>
                  <a:pt x="52860" y="94303"/>
                  <a:pt x="57270" y="99946"/>
                </a:cubicBezTo>
                <a:cubicBezTo>
                  <a:pt x="62171" y="106255"/>
                  <a:pt x="69544" y="110158"/>
                  <a:pt x="77517" y="110663"/>
                </a:cubicBezTo>
                <a:cubicBezTo>
                  <a:pt x="85490" y="111168"/>
                  <a:pt x="93296" y="108227"/>
                  <a:pt x="98954" y="102586"/>
                </a:cubicBezTo>
                <a:lnTo>
                  <a:pt x="98954" y="102586"/>
                </a:lnTo>
                <a:cubicBezTo>
                  <a:pt x="104595" y="96928"/>
                  <a:pt x="107536" y="89122"/>
                  <a:pt x="107031" y="81149"/>
                </a:cubicBezTo>
                <a:cubicBezTo>
                  <a:pt x="106526" y="73176"/>
                  <a:pt x="102623" y="65803"/>
                  <a:pt x="96314" y="60902"/>
                </a:cubicBezTo>
                <a:cubicBezTo>
                  <a:pt x="90671" y="56492"/>
                  <a:pt x="48212" y="14934"/>
                  <a:pt x="48212" y="14934"/>
                </a:cubicBezTo>
                <a:cubicBezTo>
                  <a:pt x="71816" y="1706"/>
                  <a:pt x="100174" y="0"/>
                  <a:pt x="125194" y="10302"/>
                </a:cubicBezTo>
                <a:cubicBezTo>
                  <a:pt x="160555" y="24236"/>
                  <a:pt x="183515" y="58695"/>
                  <a:pt x="182758" y="96694"/>
                </a:cubicBezTo>
                <a:cubicBezTo>
                  <a:pt x="182000" y="134693"/>
                  <a:pt x="157684" y="168210"/>
                  <a:pt x="121796" y="180722"/>
                </a:cubicBezTo>
                <a:lnTo>
                  <a:pt x="121796" y="359805"/>
                </a:lnTo>
                <a:moveTo>
                  <a:pt x="284534" y="217032"/>
                </a:moveTo>
                <a:lnTo>
                  <a:pt x="252397" y="217032"/>
                </a:lnTo>
                <a:cubicBezTo>
                  <a:pt x="242239" y="217039"/>
                  <a:pt x="233511" y="224246"/>
                  <a:pt x="231584" y="234220"/>
                </a:cubicBezTo>
                <a:cubicBezTo>
                  <a:pt x="229656" y="244194"/>
                  <a:pt x="235069" y="254134"/>
                  <a:pt x="244493" y="257926"/>
                </a:cubicBezTo>
                <a:lnTo>
                  <a:pt x="277120" y="270983"/>
                </a:lnTo>
                <a:cubicBezTo>
                  <a:pt x="286544" y="274775"/>
                  <a:pt x="291957" y="284715"/>
                  <a:pt x="290029" y="294689"/>
                </a:cubicBezTo>
                <a:cubicBezTo>
                  <a:pt x="288102" y="304662"/>
                  <a:pt x="279374" y="311870"/>
                  <a:pt x="269216" y="311877"/>
                </a:cubicBezTo>
                <a:lnTo>
                  <a:pt x="237111" y="311877"/>
                </a:lnTo>
                <a:moveTo>
                  <a:pt x="260822" y="205176"/>
                </a:moveTo>
                <a:lnTo>
                  <a:pt x="260822" y="217032"/>
                </a:lnTo>
                <a:moveTo>
                  <a:pt x="260822" y="311877"/>
                </a:moveTo>
                <a:lnTo>
                  <a:pt x="260822" y="323732"/>
                </a:lnTo>
                <a:moveTo>
                  <a:pt x="165978" y="264454"/>
                </a:moveTo>
                <a:cubicBezTo>
                  <a:pt x="165978" y="316836"/>
                  <a:pt x="208441" y="359299"/>
                  <a:pt x="260822" y="359299"/>
                </a:cubicBezTo>
                <a:cubicBezTo>
                  <a:pt x="313204" y="359299"/>
                  <a:pt x="355667" y="316836"/>
                  <a:pt x="355667" y="264454"/>
                </a:cubicBezTo>
                <a:cubicBezTo>
                  <a:pt x="355667" y="212073"/>
                  <a:pt x="313204" y="169610"/>
                  <a:pt x="260822" y="169610"/>
                </a:cubicBezTo>
                <a:cubicBezTo>
                  <a:pt x="208441" y="169610"/>
                  <a:pt x="165978" y="212073"/>
                  <a:pt x="165978" y="264454"/>
                </a:cubicBezTo>
              </a:path>
            </a:pathLst>
          </a:custGeom>
          <a:noFill/>
          <a:ln w="1185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540348" y="3286126"/>
            <a:ext cx="1541613" cy="1896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484848"/>
                </a:solidFill>
                <a:latin typeface="Roboto"/>
              </a:rPr>
              <a:t>High Operational Cost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63755" y="3659497"/>
            <a:ext cx="252919" cy="347763"/>
          </a:xfrm>
          <a:custGeom>
            <a:avLst/>
            <a:gdLst/>
            <a:ahLst/>
            <a:cxnLst/>
            <a:rect l="0" t="0" r="0" b="0"/>
            <a:pathLst>
              <a:path w="252919" h="347763">
                <a:moveTo>
                  <a:pt x="71133" y="134363"/>
                </a:moveTo>
                <a:lnTo>
                  <a:pt x="71133" y="55326"/>
                </a:lnTo>
                <a:cubicBezTo>
                  <a:pt x="71133" y="24770"/>
                  <a:pt x="95903" y="0"/>
                  <a:pt x="126459" y="0"/>
                </a:cubicBezTo>
                <a:cubicBezTo>
                  <a:pt x="157015" y="0"/>
                  <a:pt x="181785" y="24770"/>
                  <a:pt x="181785" y="55326"/>
                </a:cubicBezTo>
                <a:lnTo>
                  <a:pt x="181785" y="134363"/>
                </a:lnTo>
                <a:cubicBezTo>
                  <a:pt x="181785" y="164919"/>
                  <a:pt x="157015" y="189689"/>
                  <a:pt x="126459" y="189689"/>
                </a:cubicBezTo>
                <a:moveTo>
                  <a:pt x="181785" y="213400"/>
                </a:moveTo>
                <a:lnTo>
                  <a:pt x="181785" y="292437"/>
                </a:lnTo>
                <a:cubicBezTo>
                  <a:pt x="181785" y="322993"/>
                  <a:pt x="157015" y="347763"/>
                  <a:pt x="126459" y="347763"/>
                </a:cubicBezTo>
                <a:cubicBezTo>
                  <a:pt x="95903" y="347763"/>
                  <a:pt x="71133" y="322993"/>
                  <a:pt x="71133" y="292437"/>
                </a:cubicBezTo>
                <a:lnTo>
                  <a:pt x="71133" y="213400"/>
                </a:lnTo>
                <a:cubicBezTo>
                  <a:pt x="71133" y="182844"/>
                  <a:pt x="95903" y="158074"/>
                  <a:pt x="126459" y="158074"/>
                </a:cubicBezTo>
                <a:moveTo>
                  <a:pt x="14827" y="102732"/>
                </a:moveTo>
                <a:lnTo>
                  <a:pt x="35361" y="114588"/>
                </a:lnTo>
                <a:moveTo>
                  <a:pt x="0" y="158058"/>
                </a:moveTo>
                <a:lnTo>
                  <a:pt x="23711" y="158058"/>
                </a:lnTo>
                <a:moveTo>
                  <a:pt x="14827" y="213384"/>
                </a:moveTo>
                <a:lnTo>
                  <a:pt x="35361" y="201529"/>
                </a:lnTo>
                <a:moveTo>
                  <a:pt x="238091" y="213384"/>
                </a:moveTo>
                <a:lnTo>
                  <a:pt x="217557" y="201529"/>
                </a:lnTo>
                <a:moveTo>
                  <a:pt x="252919" y="158058"/>
                </a:moveTo>
                <a:lnTo>
                  <a:pt x="229207" y="158058"/>
                </a:lnTo>
                <a:moveTo>
                  <a:pt x="238091" y="102732"/>
                </a:moveTo>
                <a:lnTo>
                  <a:pt x="217557" y="114588"/>
                </a:lnTo>
              </a:path>
            </a:pathLst>
          </a:custGeom>
          <a:noFill/>
          <a:ln w="1185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63312" y="3760349"/>
            <a:ext cx="1318673" cy="1896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484848"/>
                </a:solidFill>
                <a:latin typeface="Roboto"/>
              </a:rPr>
              <a:t>Limited Availability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14943" y="4141625"/>
            <a:ext cx="336437" cy="347763"/>
          </a:xfrm>
          <a:custGeom>
            <a:avLst/>
            <a:gdLst/>
            <a:ahLst/>
            <a:cxnLst/>
            <a:rect l="0" t="0" r="0" b="0"/>
            <a:pathLst>
              <a:path w="336437" h="347763">
                <a:moveTo>
                  <a:pt x="118193" y="306169"/>
                </a:moveTo>
                <a:lnTo>
                  <a:pt x="38263" y="306169"/>
                </a:lnTo>
                <a:cubicBezTo>
                  <a:pt x="17856" y="306169"/>
                  <a:pt x="0" y="290864"/>
                  <a:pt x="0" y="267906"/>
                </a:cubicBezTo>
                <a:lnTo>
                  <a:pt x="0" y="153114"/>
                </a:lnTo>
                <a:cubicBezTo>
                  <a:pt x="0" y="132707"/>
                  <a:pt x="17856" y="114850"/>
                  <a:pt x="38263" y="114850"/>
                </a:cubicBezTo>
                <a:lnTo>
                  <a:pt x="191318" y="114850"/>
                </a:lnTo>
                <a:cubicBezTo>
                  <a:pt x="206114" y="114850"/>
                  <a:pt x="219569" y="124238"/>
                  <a:pt x="225850" y="137178"/>
                </a:cubicBezTo>
                <a:moveTo>
                  <a:pt x="114780" y="0"/>
                </a:moveTo>
                <a:cubicBezTo>
                  <a:pt x="71414" y="0"/>
                  <a:pt x="38252" y="33161"/>
                  <a:pt x="38252" y="76527"/>
                </a:cubicBezTo>
                <a:lnTo>
                  <a:pt x="38252" y="114791"/>
                </a:lnTo>
                <a:lnTo>
                  <a:pt x="191307" y="114791"/>
                </a:lnTo>
                <a:lnTo>
                  <a:pt x="191307" y="76527"/>
                </a:lnTo>
                <a:cubicBezTo>
                  <a:pt x="191307" y="35712"/>
                  <a:pt x="158145" y="0"/>
                  <a:pt x="114780" y="0"/>
                </a:cubicBezTo>
                <a:close/>
                <a:moveTo>
                  <a:pt x="248932" y="306207"/>
                </a:moveTo>
                <a:cubicBezTo>
                  <a:pt x="246063" y="306207"/>
                  <a:pt x="243194" y="309076"/>
                  <a:pt x="243194" y="311945"/>
                </a:cubicBezTo>
                <a:cubicBezTo>
                  <a:pt x="243194" y="314814"/>
                  <a:pt x="246063" y="317683"/>
                  <a:pt x="248932" y="317683"/>
                </a:cubicBezTo>
                <a:moveTo>
                  <a:pt x="248910" y="317683"/>
                </a:moveTo>
                <a:cubicBezTo>
                  <a:pt x="251779" y="317683"/>
                  <a:pt x="254648" y="314814"/>
                  <a:pt x="254648" y="311945"/>
                </a:cubicBezTo>
                <a:cubicBezTo>
                  <a:pt x="254648" y="309076"/>
                  <a:pt x="251779" y="306207"/>
                  <a:pt x="248910" y="306207"/>
                </a:cubicBezTo>
                <a:moveTo>
                  <a:pt x="248937" y="274531"/>
                </a:moveTo>
                <a:lnTo>
                  <a:pt x="248937" y="231492"/>
                </a:lnTo>
                <a:moveTo>
                  <a:pt x="332134" y="311898"/>
                </a:moveTo>
                <a:cubicBezTo>
                  <a:pt x="336437" y="319071"/>
                  <a:pt x="335003" y="329112"/>
                  <a:pt x="330699" y="336286"/>
                </a:cubicBezTo>
                <a:cubicBezTo>
                  <a:pt x="326396" y="343459"/>
                  <a:pt x="317788" y="347763"/>
                  <a:pt x="309180" y="347763"/>
                </a:cubicBezTo>
                <a:lnTo>
                  <a:pt x="187239" y="347763"/>
                </a:lnTo>
                <a:cubicBezTo>
                  <a:pt x="178631" y="347763"/>
                  <a:pt x="170023" y="343459"/>
                  <a:pt x="165720" y="336286"/>
                </a:cubicBezTo>
                <a:cubicBezTo>
                  <a:pt x="161416" y="329112"/>
                  <a:pt x="159982" y="319071"/>
                  <a:pt x="164285" y="311898"/>
                </a:cubicBezTo>
                <a:lnTo>
                  <a:pt x="224538" y="189956"/>
                </a:lnTo>
                <a:cubicBezTo>
                  <a:pt x="228842" y="181349"/>
                  <a:pt x="237449" y="175611"/>
                  <a:pt x="247492" y="175611"/>
                </a:cubicBezTo>
                <a:cubicBezTo>
                  <a:pt x="257534" y="175611"/>
                  <a:pt x="266141" y="181349"/>
                  <a:pt x="270446" y="189956"/>
                </a:cubicBezTo>
                <a:close/>
                <a:moveTo>
                  <a:pt x="114765" y="233420"/>
                </a:moveTo>
                <a:cubicBezTo>
                  <a:pt x="102109" y="233420"/>
                  <a:pt x="91849" y="223161"/>
                  <a:pt x="91849" y="210504"/>
                </a:cubicBezTo>
                <a:cubicBezTo>
                  <a:pt x="91849" y="197849"/>
                  <a:pt x="102109" y="187590"/>
                  <a:pt x="114765" y="187590"/>
                </a:cubicBezTo>
                <a:cubicBezTo>
                  <a:pt x="127421" y="187590"/>
                  <a:pt x="137681" y="197849"/>
                  <a:pt x="137681" y="210504"/>
                </a:cubicBezTo>
                <a:cubicBezTo>
                  <a:pt x="137681" y="223161"/>
                  <a:pt x="127421" y="233420"/>
                  <a:pt x="114765" y="233420"/>
                </a:cubicBezTo>
                <a:close/>
              </a:path>
            </a:pathLst>
          </a:custGeom>
          <a:noFill/>
          <a:ln w="1185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097481" y="4234572"/>
            <a:ext cx="984464" cy="1896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484848"/>
                </a:solidFill>
                <a:latin typeface="Roboto"/>
              </a:rPr>
              <a:t>Security Risks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0525" y="4639559"/>
            <a:ext cx="363571" cy="300341"/>
          </a:xfrm>
          <a:custGeom>
            <a:avLst/>
            <a:gdLst/>
            <a:ahLst/>
            <a:cxnLst/>
            <a:rect l="0" t="0" r="0" b="0"/>
            <a:pathLst>
              <a:path w="363571" h="300341">
                <a:moveTo>
                  <a:pt x="0" y="79037"/>
                </a:moveTo>
                <a:cubicBezTo>
                  <a:pt x="0" y="122688"/>
                  <a:pt x="35386" y="158074"/>
                  <a:pt x="79037" y="158074"/>
                </a:cubicBezTo>
                <a:cubicBezTo>
                  <a:pt x="122688" y="158074"/>
                  <a:pt x="158074" y="122688"/>
                  <a:pt x="158074" y="79037"/>
                </a:cubicBezTo>
                <a:cubicBezTo>
                  <a:pt x="158074" y="35386"/>
                  <a:pt x="122688" y="0"/>
                  <a:pt x="79037" y="0"/>
                </a:cubicBezTo>
                <a:cubicBezTo>
                  <a:pt x="35386" y="0"/>
                  <a:pt x="0" y="35386"/>
                  <a:pt x="0" y="79037"/>
                </a:cubicBezTo>
                <a:close/>
                <a:moveTo>
                  <a:pt x="205496" y="79037"/>
                </a:moveTo>
                <a:cubicBezTo>
                  <a:pt x="205496" y="122688"/>
                  <a:pt x="240882" y="158074"/>
                  <a:pt x="284534" y="158074"/>
                </a:cubicBezTo>
                <a:cubicBezTo>
                  <a:pt x="328185" y="158074"/>
                  <a:pt x="363571" y="122688"/>
                  <a:pt x="363571" y="79037"/>
                </a:cubicBezTo>
                <a:cubicBezTo>
                  <a:pt x="363571" y="35386"/>
                  <a:pt x="328185" y="0"/>
                  <a:pt x="284534" y="0"/>
                </a:cubicBezTo>
                <a:cubicBezTo>
                  <a:pt x="240882" y="0"/>
                  <a:pt x="205496" y="35386"/>
                  <a:pt x="205496" y="79037"/>
                </a:cubicBezTo>
                <a:close/>
                <a:moveTo>
                  <a:pt x="237111" y="300341"/>
                </a:moveTo>
                <a:lnTo>
                  <a:pt x="224924" y="263604"/>
                </a:lnTo>
                <a:cubicBezTo>
                  <a:pt x="222778" y="257140"/>
                  <a:pt x="216733" y="252777"/>
                  <a:pt x="209922" y="252776"/>
                </a:cubicBezTo>
                <a:lnTo>
                  <a:pt x="153679" y="252776"/>
                </a:lnTo>
                <a:cubicBezTo>
                  <a:pt x="146874" y="252784"/>
                  <a:pt x="140838" y="257146"/>
                  <a:pt x="138694" y="263604"/>
                </a:cubicBezTo>
                <a:lnTo>
                  <a:pt x="126459" y="300341"/>
                </a:lnTo>
                <a:close/>
                <a:moveTo>
                  <a:pt x="86940" y="233159"/>
                </a:moveTo>
                <a:cubicBezTo>
                  <a:pt x="84758" y="233159"/>
                  <a:pt x="82989" y="234929"/>
                  <a:pt x="82989" y="237111"/>
                </a:cubicBezTo>
                <a:cubicBezTo>
                  <a:pt x="82989" y="239294"/>
                  <a:pt x="84758" y="241063"/>
                  <a:pt x="86940" y="241063"/>
                </a:cubicBezTo>
                <a:cubicBezTo>
                  <a:pt x="89123" y="241063"/>
                  <a:pt x="90892" y="239294"/>
                  <a:pt x="90892" y="237111"/>
                </a:cubicBezTo>
                <a:cubicBezTo>
                  <a:pt x="90892" y="234929"/>
                  <a:pt x="89123" y="233159"/>
                  <a:pt x="86940" y="233159"/>
                </a:cubicBezTo>
                <a:moveTo>
                  <a:pt x="276630" y="233159"/>
                </a:moveTo>
                <a:cubicBezTo>
                  <a:pt x="274447" y="233159"/>
                  <a:pt x="272678" y="234929"/>
                  <a:pt x="272678" y="237111"/>
                </a:cubicBezTo>
                <a:cubicBezTo>
                  <a:pt x="272678" y="239294"/>
                  <a:pt x="274447" y="241063"/>
                  <a:pt x="276630" y="241063"/>
                </a:cubicBezTo>
                <a:cubicBezTo>
                  <a:pt x="278812" y="241063"/>
                  <a:pt x="280582" y="239294"/>
                  <a:pt x="280582" y="237111"/>
                </a:cubicBezTo>
                <a:cubicBezTo>
                  <a:pt x="280582" y="234929"/>
                  <a:pt x="278812" y="233159"/>
                  <a:pt x="276630" y="233159"/>
                </a:cubicBezTo>
                <a:moveTo>
                  <a:pt x="197593" y="189689"/>
                </a:moveTo>
                <a:cubicBezTo>
                  <a:pt x="197593" y="198419"/>
                  <a:pt x="204670" y="205496"/>
                  <a:pt x="213400" y="205496"/>
                </a:cubicBezTo>
                <a:cubicBezTo>
                  <a:pt x="222130" y="205496"/>
                  <a:pt x="229207" y="198419"/>
                  <a:pt x="229207" y="189689"/>
                </a:cubicBezTo>
                <a:cubicBezTo>
                  <a:pt x="229207" y="180959"/>
                  <a:pt x="222130" y="173881"/>
                  <a:pt x="213400" y="173881"/>
                </a:cubicBezTo>
                <a:cubicBezTo>
                  <a:pt x="204670" y="173881"/>
                  <a:pt x="197593" y="180959"/>
                  <a:pt x="197593" y="189689"/>
                </a:cubicBezTo>
                <a:close/>
                <a:moveTo>
                  <a:pt x="134363" y="189689"/>
                </a:moveTo>
                <a:cubicBezTo>
                  <a:pt x="134363" y="198419"/>
                  <a:pt x="141440" y="205496"/>
                  <a:pt x="150170" y="205496"/>
                </a:cubicBezTo>
                <a:cubicBezTo>
                  <a:pt x="158900" y="205496"/>
                  <a:pt x="165978" y="198419"/>
                  <a:pt x="165978" y="189689"/>
                </a:cubicBezTo>
                <a:cubicBezTo>
                  <a:pt x="165978" y="180959"/>
                  <a:pt x="158900" y="173881"/>
                  <a:pt x="150170" y="173881"/>
                </a:cubicBezTo>
                <a:cubicBezTo>
                  <a:pt x="141440" y="173881"/>
                  <a:pt x="134363" y="180959"/>
                  <a:pt x="134363" y="189689"/>
                </a:cubicBezTo>
                <a:close/>
                <a:moveTo>
                  <a:pt x="316148" y="151498"/>
                </a:moveTo>
                <a:lnTo>
                  <a:pt x="316148" y="268726"/>
                </a:lnTo>
                <a:cubicBezTo>
                  <a:pt x="316096" y="286165"/>
                  <a:pt x="301972" y="300289"/>
                  <a:pt x="284534" y="300341"/>
                </a:cubicBezTo>
                <a:lnTo>
                  <a:pt x="79037" y="300341"/>
                </a:lnTo>
                <a:cubicBezTo>
                  <a:pt x="61598" y="300289"/>
                  <a:pt x="47474" y="286165"/>
                  <a:pt x="47422" y="268726"/>
                </a:cubicBezTo>
                <a:lnTo>
                  <a:pt x="47422" y="151498"/>
                </a:lnTo>
                <a:moveTo>
                  <a:pt x="151498" y="110652"/>
                </a:moveTo>
                <a:lnTo>
                  <a:pt x="212072" y="110652"/>
                </a:lnTo>
                <a:moveTo>
                  <a:pt x="79037" y="31614"/>
                </a:moveTo>
                <a:lnTo>
                  <a:pt x="79037" y="55326"/>
                </a:lnTo>
                <a:moveTo>
                  <a:pt x="284534" y="31614"/>
                </a:moveTo>
                <a:lnTo>
                  <a:pt x="284534" y="55326"/>
                </a:lnTo>
                <a:moveTo>
                  <a:pt x="264000" y="90892"/>
                </a:moveTo>
                <a:lnTo>
                  <a:pt x="243466" y="102748"/>
                </a:lnTo>
                <a:moveTo>
                  <a:pt x="325585" y="102748"/>
                </a:moveTo>
                <a:lnTo>
                  <a:pt x="305067" y="90892"/>
                </a:lnTo>
                <a:moveTo>
                  <a:pt x="58503" y="90892"/>
                </a:moveTo>
                <a:lnTo>
                  <a:pt x="37969" y="102748"/>
                </a:lnTo>
                <a:moveTo>
                  <a:pt x="120089" y="102748"/>
                </a:moveTo>
                <a:lnTo>
                  <a:pt x="99571" y="90892"/>
                </a:lnTo>
              </a:path>
            </a:pathLst>
          </a:custGeom>
          <a:noFill/>
          <a:ln w="1185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39838" y="4613951"/>
            <a:ext cx="1342147" cy="3793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484848"/>
                </a:solidFill>
                <a:latin typeface="Roboto"/>
              </a:rPr>
              <a:t>Backup &amp; Recovery
Limitations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98262" y="5152210"/>
            <a:ext cx="368145" cy="223501"/>
          </a:xfrm>
          <a:custGeom>
            <a:avLst/>
            <a:gdLst/>
            <a:ahLst/>
            <a:cxnLst/>
            <a:rect l="0" t="0" r="0" b="0"/>
            <a:pathLst>
              <a:path w="368145" h="223501">
                <a:moveTo>
                  <a:pt x="184048" y="1090"/>
                </a:moveTo>
                <a:cubicBezTo>
                  <a:pt x="118906" y="0"/>
                  <a:pt x="51535" y="47137"/>
                  <a:pt x="9202" y="93738"/>
                </a:cubicBezTo>
                <a:cubicBezTo>
                  <a:pt x="0" y="103959"/>
                  <a:pt x="0" y="119479"/>
                  <a:pt x="9202" y="129700"/>
                </a:cubicBezTo>
                <a:cubicBezTo>
                  <a:pt x="50618" y="175336"/>
                  <a:pt x="117736" y="223501"/>
                  <a:pt x="184048" y="222394"/>
                </a:cubicBezTo>
                <a:cubicBezTo>
                  <a:pt x="250440" y="223501"/>
                  <a:pt x="317479" y="175336"/>
                  <a:pt x="358942" y="129700"/>
                </a:cubicBezTo>
                <a:cubicBezTo>
                  <a:pt x="368145" y="119479"/>
                  <a:pt x="368145" y="103959"/>
                  <a:pt x="358942" y="93738"/>
                </a:cubicBezTo>
                <a:cubicBezTo>
                  <a:pt x="316562" y="47137"/>
                  <a:pt x="249191" y="0"/>
                  <a:pt x="184048" y="1090"/>
                </a:cubicBezTo>
                <a:close/>
                <a:moveTo>
                  <a:pt x="114085" y="119646"/>
                </a:moveTo>
                <a:lnTo>
                  <a:pt x="152434" y="119646"/>
                </a:lnTo>
                <a:lnTo>
                  <a:pt x="168241" y="72224"/>
                </a:lnTo>
                <a:lnTo>
                  <a:pt x="199856" y="151261"/>
                </a:lnTo>
                <a:lnTo>
                  <a:pt x="215663" y="103839"/>
                </a:lnTo>
                <a:lnTo>
                  <a:pt x="252953" y="103839"/>
                </a:lnTo>
                <a:moveTo>
                  <a:pt x="263086" y="111742"/>
                </a:moveTo>
                <a:cubicBezTo>
                  <a:pt x="263086" y="155393"/>
                  <a:pt x="227700" y="190780"/>
                  <a:pt x="184048" y="190780"/>
                </a:cubicBezTo>
                <a:cubicBezTo>
                  <a:pt x="140397" y="190780"/>
                  <a:pt x="105011" y="155393"/>
                  <a:pt x="105011" y="111742"/>
                </a:cubicBezTo>
                <a:cubicBezTo>
                  <a:pt x="105011" y="68091"/>
                  <a:pt x="140397" y="32705"/>
                  <a:pt x="184048" y="32705"/>
                </a:cubicBezTo>
                <a:cubicBezTo>
                  <a:pt x="227700" y="32705"/>
                  <a:pt x="263086" y="68091"/>
                  <a:pt x="263086" y="111742"/>
                </a:cubicBezTo>
                <a:close/>
              </a:path>
            </a:pathLst>
          </a:custGeom>
          <a:noFill/>
          <a:ln w="1185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916486" y="5183019"/>
            <a:ext cx="1165506" cy="1896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484848"/>
                </a:solidFill>
                <a:latin typeface="Roboto"/>
              </a:rPr>
              <a:t>Monitoring Gaps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88701" y="1577503"/>
            <a:ext cx="544451" cy="4355615"/>
          </a:xfrm>
          <a:custGeom>
            <a:avLst/>
            <a:gdLst/>
            <a:ahLst/>
            <a:cxnLst/>
            <a:rect l="0" t="0" r="0" b="0"/>
            <a:pathLst>
              <a:path w="544451" h="4355615">
                <a:moveTo>
                  <a:pt x="272225" y="0"/>
                </a:moveTo>
                <a:cubicBezTo>
                  <a:pt x="272225" y="0"/>
                  <a:pt x="544451" y="0"/>
                  <a:pt x="544451" y="272225"/>
                </a:cubicBezTo>
                <a:lnTo>
                  <a:pt x="544451" y="4083389"/>
                </a:lnTo>
                <a:cubicBezTo>
                  <a:pt x="544451" y="4083389"/>
                  <a:pt x="544451" y="4355615"/>
                  <a:pt x="272225" y="4355615"/>
                </a:cubicBezTo>
                <a:cubicBezTo>
                  <a:pt x="272225" y="4355615"/>
                  <a:pt x="0" y="4355615"/>
                  <a:pt x="0" y="4083389"/>
                </a:cubicBezTo>
                <a:lnTo>
                  <a:pt x="0" y="272225"/>
                </a:lnTo>
                <a:cubicBezTo>
                  <a:pt x="0" y="272225"/>
                  <a:pt x="0" y="0"/>
                  <a:pt x="272225" y="0"/>
                </a:cubicBezTo>
              </a:path>
            </a:pathLst>
          </a:custGeom>
          <a:solidFill>
            <a:srgbClr val="4E88E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88701" y="1577503"/>
            <a:ext cx="544451" cy="4355615"/>
          </a:xfrm>
          <a:custGeom>
            <a:avLst/>
            <a:gdLst/>
            <a:ahLst/>
            <a:cxnLst/>
            <a:rect l="0" t="0" r="0" b="0"/>
            <a:pathLst>
              <a:path w="544451" h="4355615">
                <a:moveTo>
                  <a:pt x="272225" y="0"/>
                </a:moveTo>
                <a:lnTo>
                  <a:pt x="272225" y="0"/>
                </a:lnTo>
                <a:cubicBezTo>
                  <a:pt x="272225" y="0"/>
                  <a:pt x="544451" y="0"/>
                  <a:pt x="544451" y="272225"/>
                </a:cubicBezTo>
                <a:lnTo>
                  <a:pt x="544451" y="4083389"/>
                </a:lnTo>
                <a:cubicBezTo>
                  <a:pt x="544451" y="4083389"/>
                  <a:pt x="544451" y="4355615"/>
                  <a:pt x="272225" y="4355615"/>
                </a:cubicBezTo>
                <a:lnTo>
                  <a:pt x="272225" y="4355615"/>
                </a:lnTo>
                <a:cubicBezTo>
                  <a:pt x="272225" y="4355615"/>
                  <a:pt x="0" y="4355615"/>
                  <a:pt x="0" y="4083389"/>
                </a:cubicBezTo>
                <a:lnTo>
                  <a:pt x="0" y="272225"/>
                </a:lnTo>
                <a:cubicBezTo>
                  <a:pt x="0" y="272225"/>
                  <a:pt x="0" y="0"/>
                  <a:pt x="272225" y="0"/>
                </a:cubicBezTo>
              </a:path>
            </a:pathLst>
          </a:custGeom>
          <a:noFill/>
          <a:ln w="1361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16823" y="2228620"/>
            <a:ext cx="781406" cy="3714196"/>
          </a:xfrm>
          <a:custGeom>
            <a:avLst/>
            <a:gdLst/>
            <a:ahLst/>
            <a:cxnLst/>
            <a:rect l="0" t="0" r="0" b="0"/>
            <a:pathLst>
              <a:path w="781406" h="3714196">
                <a:moveTo>
                  <a:pt x="227889" y="263188"/>
                </a:moveTo>
                <a:cubicBezTo>
                  <a:pt x="238243" y="113200"/>
                  <a:pt x="368230" y="0"/>
                  <a:pt x="518218" y="10362"/>
                </a:cubicBezTo>
                <a:cubicBezTo>
                  <a:pt x="668205" y="20716"/>
                  <a:pt x="781406" y="150704"/>
                  <a:pt x="771043" y="300691"/>
                </a:cubicBezTo>
                <a:lnTo>
                  <a:pt x="553517" y="3451008"/>
                </a:lnTo>
                <a:cubicBezTo>
                  <a:pt x="543163" y="3600995"/>
                  <a:pt x="413175" y="3714196"/>
                  <a:pt x="263188" y="3703833"/>
                </a:cubicBezTo>
                <a:cubicBezTo>
                  <a:pt x="113200" y="3693480"/>
                  <a:pt x="0" y="3563492"/>
                  <a:pt x="10362" y="3413504"/>
                </a:cubicBezTo>
                <a:lnTo>
                  <a:pt x="227889" y="263188"/>
                </a:lnTo>
              </a:path>
            </a:pathLst>
          </a:custGeom>
          <a:solidFill>
            <a:srgbClr val="7F64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616824" y="2228621"/>
            <a:ext cx="781401" cy="3714191"/>
          </a:xfrm>
          <a:custGeom>
            <a:avLst/>
            <a:gdLst/>
            <a:ahLst/>
            <a:cxnLst/>
            <a:rect l="0" t="0" r="0" b="0"/>
            <a:pathLst>
              <a:path w="781401" h="3714191">
                <a:moveTo>
                  <a:pt x="227886" y="263183"/>
                </a:moveTo>
                <a:cubicBezTo>
                  <a:pt x="238243" y="113195"/>
                  <a:pt x="368229" y="0"/>
                  <a:pt x="518218" y="10357"/>
                </a:cubicBezTo>
                <a:cubicBezTo>
                  <a:pt x="668207" y="20713"/>
                  <a:pt x="781401" y="150699"/>
                  <a:pt x="771044" y="300688"/>
                </a:cubicBezTo>
                <a:lnTo>
                  <a:pt x="553516" y="3451008"/>
                </a:lnTo>
                <a:cubicBezTo>
                  <a:pt x="543158" y="3600997"/>
                  <a:pt x="413172" y="3714191"/>
                  <a:pt x="263183" y="3703835"/>
                </a:cubicBezTo>
                <a:cubicBezTo>
                  <a:pt x="113195" y="3693479"/>
                  <a:pt x="0" y="3563493"/>
                  <a:pt x="10357" y="3413503"/>
                </a:cubicBezTo>
                <a:lnTo>
                  <a:pt x="227886" y="263183"/>
                </a:lnTo>
                <a:close/>
              </a:path>
            </a:pathLst>
          </a:custGeom>
          <a:noFill/>
          <a:ln w="1361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844336" y="2894288"/>
            <a:ext cx="971420" cy="3058776"/>
          </a:xfrm>
          <a:custGeom>
            <a:avLst/>
            <a:gdLst/>
            <a:ahLst/>
            <a:cxnLst/>
            <a:rect l="0" t="0" r="0" b="0"/>
            <a:pathLst>
              <a:path w="971420" h="3058776">
                <a:moveTo>
                  <a:pt x="410271" y="250121"/>
                </a:moveTo>
                <a:cubicBezTo>
                  <a:pt x="433510" y="101585"/>
                  <a:pt x="572754" y="0"/>
                  <a:pt x="721298" y="23239"/>
                </a:cubicBezTo>
                <a:cubicBezTo>
                  <a:pt x="869834" y="46468"/>
                  <a:pt x="971420" y="185721"/>
                  <a:pt x="948181" y="334257"/>
                </a:cubicBezTo>
                <a:lnTo>
                  <a:pt x="561148" y="2808654"/>
                </a:lnTo>
                <a:cubicBezTo>
                  <a:pt x="537918" y="2957190"/>
                  <a:pt x="398665" y="3058776"/>
                  <a:pt x="250121" y="3035537"/>
                </a:cubicBezTo>
                <a:cubicBezTo>
                  <a:pt x="101585" y="3012307"/>
                  <a:pt x="0" y="2873054"/>
                  <a:pt x="23239" y="2724519"/>
                </a:cubicBezTo>
                <a:lnTo>
                  <a:pt x="410271" y="250121"/>
                </a:lnTo>
              </a:path>
            </a:pathLst>
          </a:custGeom>
          <a:solidFill>
            <a:srgbClr val="B95CE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44338" y="2894290"/>
            <a:ext cx="971417" cy="3058772"/>
          </a:xfrm>
          <a:custGeom>
            <a:avLst/>
            <a:gdLst/>
            <a:ahLst/>
            <a:cxnLst/>
            <a:rect l="0" t="0" r="0" b="0"/>
            <a:pathLst>
              <a:path w="971417" h="3058772">
                <a:moveTo>
                  <a:pt x="410271" y="250121"/>
                </a:moveTo>
                <a:cubicBezTo>
                  <a:pt x="433506" y="101581"/>
                  <a:pt x="572756" y="0"/>
                  <a:pt x="721296" y="23234"/>
                </a:cubicBezTo>
                <a:cubicBezTo>
                  <a:pt x="869836" y="46468"/>
                  <a:pt x="971417" y="185719"/>
                  <a:pt x="948182" y="334259"/>
                </a:cubicBezTo>
                <a:lnTo>
                  <a:pt x="561145" y="2808651"/>
                </a:lnTo>
                <a:cubicBezTo>
                  <a:pt x="537912" y="2957191"/>
                  <a:pt x="398661" y="3058772"/>
                  <a:pt x="250121" y="3035538"/>
                </a:cubicBezTo>
                <a:cubicBezTo>
                  <a:pt x="101581" y="3012303"/>
                  <a:pt x="0" y="2873053"/>
                  <a:pt x="23234" y="2724513"/>
                </a:cubicBezTo>
                <a:lnTo>
                  <a:pt x="410271" y="250121"/>
                </a:lnTo>
                <a:close/>
              </a:path>
            </a:pathLst>
          </a:custGeom>
          <a:noFill/>
          <a:ln w="1361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071831" y="3573544"/>
            <a:ext cx="1094992" cy="2389672"/>
          </a:xfrm>
          <a:custGeom>
            <a:avLst/>
            <a:gdLst/>
            <a:ahLst/>
            <a:cxnLst/>
            <a:rect l="0" t="0" r="0" b="0"/>
            <a:pathLst>
              <a:path w="1094992" h="2389672">
                <a:moveTo>
                  <a:pt x="530160" y="230221"/>
                </a:moveTo>
                <a:cubicBezTo>
                  <a:pt x="569986" y="85243"/>
                  <a:pt x="719801" y="0"/>
                  <a:pt x="864771" y="39826"/>
                </a:cubicBezTo>
                <a:cubicBezTo>
                  <a:pt x="1009749" y="79653"/>
                  <a:pt x="1094992" y="229459"/>
                  <a:pt x="1055165" y="374437"/>
                </a:cubicBezTo>
                <a:lnTo>
                  <a:pt x="564832" y="2159450"/>
                </a:lnTo>
                <a:cubicBezTo>
                  <a:pt x="525005" y="2304428"/>
                  <a:pt x="375199" y="2389672"/>
                  <a:pt x="230221" y="2349845"/>
                </a:cubicBezTo>
                <a:cubicBezTo>
                  <a:pt x="85243" y="2310018"/>
                  <a:pt x="0" y="2160212"/>
                  <a:pt x="39826" y="2015234"/>
                </a:cubicBezTo>
                <a:lnTo>
                  <a:pt x="530160" y="230221"/>
                </a:lnTo>
              </a:path>
            </a:pathLst>
          </a:custGeom>
          <a:solidFill>
            <a:srgbClr val="DD57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71835" y="3573547"/>
            <a:ext cx="1094987" cy="2389667"/>
          </a:xfrm>
          <a:custGeom>
            <a:avLst/>
            <a:gdLst/>
            <a:ahLst/>
            <a:cxnLst/>
            <a:rect l="0" t="0" r="0" b="0"/>
            <a:pathLst>
              <a:path w="1094987" h="2389667">
                <a:moveTo>
                  <a:pt x="530159" y="230218"/>
                </a:moveTo>
                <a:cubicBezTo>
                  <a:pt x="569983" y="85242"/>
                  <a:pt x="719793" y="0"/>
                  <a:pt x="864769" y="39823"/>
                </a:cubicBezTo>
                <a:cubicBezTo>
                  <a:pt x="1009745" y="79648"/>
                  <a:pt x="1094987" y="229458"/>
                  <a:pt x="1055163" y="374434"/>
                </a:cubicBezTo>
                <a:lnTo>
                  <a:pt x="564828" y="2159449"/>
                </a:lnTo>
                <a:cubicBezTo>
                  <a:pt x="525004" y="2304425"/>
                  <a:pt x="375194" y="2389667"/>
                  <a:pt x="230218" y="2349843"/>
                </a:cubicBezTo>
                <a:cubicBezTo>
                  <a:pt x="85242" y="2310019"/>
                  <a:pt x="0" y="2160209"/>
                  <a:pt x="39823" y="2015233"/>
                </a:cubicBezTo>
                <a:lnTo>
                  <a:pt x="530159" y="230218"/>
                </a:lnTo>
                <a:close/>
              </a:path>
            </a:pathLst>
          </a:custGeom>
          <a:noFill/>
          <a:ln w="1361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302022" y="4260893"/>
            <a:ext cx="1116843" cy="1710068"/>
          </a:xfrm>
          <a:custGeom>
            <a:avLst/>
            <a:gdLst/>
            <a:ahLst/>
            <a:cxnLst/>
            <a:rect l="0" t="0" r="0" b="0"/>
            <a:pathLst>
              <a:path w="1116843" h="1710068">
                <a:moveTo>
                  <a:pt x="559061" y="197164"/>
                </a:moveTo>
                <a:cubicBezTo>
                  <a:pt x="621410" y="60361"/>
                  <a:pt x="782858" y="0"/>
                  <a:pt x="919670" y="62339"/>
                </a:cubicBezTo>
                <a:cubicBezTo>
                  <a:pt x="1056472" y="124688"/>
                  <a:pt x="1116843" y="286136"/>
                  <a:pt x="1054494" y="422948"/>
                </a:cubicBezTo>
                <a:lnTo>
                  <a:pt x="557772" y="1512895"/>
                </a:lnTo>
                <a:cubicBezTo>
                  <a:pt x="495424" y="1649707"/>
                  <a:pt x="333975" y="1710068"/>
                  <a:pt x="197164" y="1647720"/>
                </a:cubicBezTo>
                <a:cubicBezTo>
                  <a:pt x="60361" y="1585371"/>
                  <a:pt x="0" y="1423923"/>
                  <a:pt x="62339" y="1287111"/>
                </a:cubicBezTo>
                <a:lnTo>
                  <a:pt x="559061" y="197164"/>
                </a:lnTo>
              </a:path>
            </a:pathLst>
          </a:custGeom>
          <a:solidFill>
            <a:srgbClr val="E45752"/>
          </a:solidFill>
          <a:ln>
            <a:noFill/>
          </a:ln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2302018" y="4260889"/>
            <a:ext cx="1116842" cy="1710071"/>
          </a:xfrm>
          <a:custGeom>
            <a:avLst/>
            <a:gdLst/>
            <a:ahLst/>
            <a:cxnLst/>
            <a:rect l="0" t="0" r="0" b="0"/>
            <a:pathLst>
              <a:path w="1116842" h="1710071">
                <a:moveTo>
                  <a:pt x="559064" y="197172"/>
                </a:moveTo>
                <a:cubicBezTo>
                  <a:pt x="621412" y="60363"/>
                  <a:pt x="782861" y="0"/>
                  <a:pt x="919670" y="62347"/>
                </a:cubicBezTo>
                <a:cubicBezTo>
                  <a:pt x="1056479" y="124694"/>
                  <a:pt x="1116842" y="286143"/>
                  <a:pt x="1054495" y="422952"/>
                </a:cubicBezTo>
                <a:lnTo>
                  <a:pt x="557778" y="1512899"/>
                </a:lnTo>
                <a:cubicBezTo>
                  <a:pt x="495430" y="1649709"/>
                  <a:pt x="333982" y="1710071"/>
                  <a:pt x="197172" y="1647724"/>
                </a:cubicBezTo>
                <a:cubicBezTo>
                  <a:pt x="60363" y="1585376"/>
                  <a:pt x="0" y="1423927"/>
                  <a:pt x="62347" y="1287118"/>
                </a:cubicBezTo>
                <a:lnTo>
                  <a:pt x="559064" y="197172"/>
                </a:lnTo>
                <a:close/>
              </a:path>
            </a:pathLst>
          </a:custGeom>
          <a:noFill/>
          <a:ln w="1361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545052" y="4941367"/>
            <a:ext cx="962273" cy="1024286"/>
          </a:xfrm>
          <a:custGeom>
            <a:avLst/>
            <a:gdLst/>
            <a:ahLst/>
            <a:cxnLst/>
            <a:rect l="0" t="0" r="0" b="0"/>
            <a:pathLst>
              <a:path w="962273" h="1024286">
                <a:moveTo>
                  <a:pt x="450125" y="128408"/>
                </a:moveTo>
                <a:cubicBezTo>
                  <a:pt x="547528" y="13883"/>
                  <a:pt x="719329" y="0"/>
                  <a:pt x="833855" y="97402"/>
                </a:cubicBezTo>
                <a:cubicBezTo>
                  <a:pt x="948389" y="194804"/>
                  <a:pt x="962273" y="366606"/>
                  <a:pt x="864870" y="481132"/>
                </a:cubicBezTo>
                <a:lnTo>
                  <a:pt x="512138" y="895877"/>
                </a:lnTo>
                <a:cubicBezTo>
                  <a:pt x="414736" y="1010402"/>
                  <a:pt x="242934" y="1024286"/>
                  <a:pt x="128408" y="926884"/>
                </a:cubicBezTo>
                <a:cubicBezTo>
                  <a:pt x="13883" y="829481"/>
                  <a:pt x="0" y="657679"/>
                  <a:pt x="97402" y="543154"/>
                </a:cubicBezTo>
                <a:lnTo>
                  <a:pt x="450125" y="128408"/>
                </a:lnTo>
              </a:path>
            </a:pathLst>
          </a:custGeom>
          <a:solidFill>
            <a:srgbClr val="DC833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545049" y="4941365"/>
            <a:ext cx="962274" cy="1024292"/>
          </a:xfrm>
          <a:custGeom>
            <a:avLst/>
            <a:gdLst/>
            <a:ahLst/>
            <a:cxnLst/>
            <a:rect l="0" t="0" r="0" b="0"/>
            <a:pathLst>
              <a:path w="962274" h="1024292">
                <a:moveTo>
                  <a:pt x="450127" y="128411"/>
                </a:moveTo>
                <a:cubicBezTo>
                  <a:pt x="547529" y="13883"/>
                  <a:pt x="719333" y="0"/>
                  <a:pt x="833862" y="97402"/>
                </a:cubicBezTo>
                <a:cubicBezTo>
                  <a:pt x="948390" y="194804"/>
                  <a:pt x="962274" y="366608"/>
                  <a:pt x="864871" y="481136"/>
                </a:cubicBezTo>
                <a:lnTo>
                  <a:pt x="512145" y="895881"/>
                </a:lnTo>
                <a:cubicBezTo>
                  <a:pt x="414743" y="1010409"/>
                  <a:pt x="242939" y="1024292"/>
                  <a:pt x="128411" y="926890"/>
                </a:cubicBezTo>
                <a:cubicBezTo>
                  <a:pt x="13883" y="829487"/>
                  <a:pt x="0" y="657684"/>
                  <a:pt x="97402" y="543156"/>
                </a:cubicBezTo>
                <a:lnTo>
                  <a:pt x="450127" y="128411"/>
                </a:lnTo>
                <a:close/>
              </a:path>
            </a:pathLst>
          </a:custGeom>
          <a:noFill/>
          <a:ln w="1361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3608" y="5386021"/>
            <a:ext cx="544451" cy="544451"/>
          </a:xfrm>
          <a:custGeom>
            <a:avLst/>
            <a:gdLst/>
            <a:ahLst/>
            <a:cxnLst/>
            <a:rect l="0" t="0" r="0" b="0"/>
            <a:pathLst>
              <a:path w="544451" h="544451">
                <a:moveTo>
                  <a:pt x="544451" y="272225"/>
                </a:moveTo>
                <a:cubicBezTo>
                  <a:pt x="544451" y="422576"/>
                  <a:pt x="422576" y="544451"/>
                  <a:pt x="272225" y="544451"/>
                </a:cubicBezTo>
                <a:cubicBezTo>
                  <a:pt x="121875" y="544451"/>
                  <a:pt x="0" y="422576"/>
                  <a:pt x="0" y="272225"/>
                </a:cubicBezTo>
                <a:cubicBezTo>
                  <a:pt x="0" y="121875"/>
                  <a:pt x="121875" y="0"/>
                  <a:pt x="272225" y="0"/>
                </a:cubicBezTo>
                <a:cubicBezTo>
                  <a:pt x="422576" y="0"/>
                  <a:pt x="544451" y="121875"/>
                  <a:pt x="544451" y="272225"/>
                </a:cubicBezTo>
              </a:path>
            </a:pathLst>
          </a:custGeom>
          <a:solidFill>
            <a:srgbClr val="DDC91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3608" y="5386021"/>
            <a:ext cx="544451" cy="544451"/>
          </a:xfrm>
          <a:custGeom>
            <a:avLst/>
            <a:gdLst/>
            <a:ahLst/>
            <a:cxnLst/>
            <a:rect l="0" t="0" r="0" b="0"/>
            <a:pathLst>
              <a:path w="544451" h="544451">
                <a:moveTo>
                  <a:pt x="544451" y="272225"/>
                </a:moveTo>
                <a:cubicBezTo>
                  <a:pt x="544451" y="422571"/>
                  <a:pt x="422571" y="544451"/>
                  <a:pt x="272225" y="544451"/>
                </a:cubicBezTo>
                <a:cubicBezTo>
                  <a:pt x="121880" y="544451"/>
                  <a:pt x="0" y="422571"/>
                  <a:pt x="0" y="272225"/>
                </a:cubicBezTo>
                <a:cubicBezTo>
                  <a:pt x="0" y="121880"/>
                  <a:pt x="121880" y="0"/>
                  <a:pt x="272225" y="0"/>
                </a:cubicBezTo>
                <a:cubicBezTo>
                  <a:pt x="422571" y="0"/>
                  <a:pt x="544451" y="121880"/>
                  <a:pt x="544451" y="272225"/>
                </a:cubicBezTo>
                <a:close/>
              </a:path>
            </a:pathLst>
          </a:custGeom>
          <a:noFill/>
          <a:ln w="1361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4240" y="2784648"/>
            <a:ext cx="1913857" cy="326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  <a:latin typeface="Roboto"/>
              </a:rPr>
              <a:t>Slower response times, missed
opportunities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4240" y="3333079"/>
            <a:ext cx="1667910" cy="217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DD57A8"/>
                </a:solidFill>
                <a:latin typeface="Roboto"/>
              </a:rPr>
              <a:t>Increased Downtime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4240" y="2461983"/>
            <a:ext cx="1788451" cy="217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45752"/>
                </a:solidFill>
                <a:latin typeface="Roboto"/>
              </a:rPr>
              <a:t>Delayed Collaboration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4240" y="3655758"/>
            <a:ext cx="1820547" cy="163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  <a:latin typeface="Roboto"/>
              </a:rPr>
              <a:t>More frequent, longer outages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831" y="3768672"/>
            <a:ext cx="1168711" cy="4355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DDC916"/>
                </a:solidFill>
                <a:latin typeface="Roboto"/>
              </a:rPr>
              <a:t>Infrastructure
Challenges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4240" y="4040862"/>
            <a:ext cx="1333616" cy="217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B95CE3"/>
                </a:solidFill>
                <a:latin typeface="Roboto"/>
              </a:rPr>
              <a:t>Poor Experience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4240" y="1913551"/>
            <a:ext cx="1604272" cy="326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  <a:latin typeface="Roboto"/>
              </a:rPr>
              <a:t>Slower workflows, missed
deadlines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31" y="4309113"/>
            <a:ext cx="1322482" cy="326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  <a:latin typeface="Roboto"/>
              </a:rPr>
              <a:t>Reduced productivity,
increased downtime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4240" y="4363541"/>
            <a:ext cx="1952694" cy="163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  <a:latin typeface="Roboto"/>
              </a:rPr>
              <a:t>Frustrated users, lost customers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4240" y="4748650"/>
            <a:ext cx="1789949" cy="217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7F64E9"/>
                </a:solidFill>
                <a:latin typeface="Roboto"/>
              </a:rPr>
              <a:t>Compliance Concerns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4240" y="1590886"/>
            <a:ext cx="1741656" cy="217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DC8331"/>
                </a:solidFill>
                <a:latin typeface="Roboto"/>
              </a:rPr>
              <a:t>Reduced Productivity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4240" y="5071328"/>
            <a:ext cx="1575072" cy="163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  <a:latin typeface="Roboto"/>
              </a:rPr>
              <a:t>Audit failures, legal issues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96221" y="887038"/>
            <a:ext cx="4346277" cy="272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484848"/>
                </a:solidFill>
                <a:latin typeface="Roboto"/>
              </a:rPr>
              <a:t>Infrastructure Challenges Impact Business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8378" y="5501717"/>
            <a:ext cx="313685" cy="313026"/>
          </a:xfrm>
          <a:custGeom>
            <a:avLst/>
            <a:gdLst/>
            <a:ahLst/>
            <a:cxnLst/>
            <a:rect l="0" t="0" r="0" b="0"/>
            <a:pathLst>
              <a:path w="313685" h="313026">
                <a:moveTo>
                  <a:pt x="285837" y="54445"/>
                </a:moveTo>
                <a:cubicBezTo>
                  <a:pt x="285837" y="69479"/>
                  <a:pt x="273649" y="81667"/>
                  <a:pt x="258614" y="81667"/>
                </a:cubicBezTo>
                <a:lnTo>
                  <a:pt x="27222" y="81667"/>
                </a:lnTo>
                <a:cubicBezTo>
                  <a:pt x="12187" y="81667"/>
                  <a:pt x="0" y="69479"/>
                  <a:pt x="0" y="54445"/>
                </a:cubicBezTo>
                <a:lnTo>
                  <a:pt x="0" y="27222"/>
                </a:lnTo>
                <a:cubicBezTo>
                  <a:pt x="0" y="12187"/>
                  <a:pt x="12187" y="0"/>
                  <a:pt x="27222" y="0"/>
                </a:cubicBezTo>
                <a:lnTo>
                  <a:pt x="258614" y="0"/>
                </a:lnTo>
                <a:cubicBezTo>
                  <a:pt x="273649" y="0"/>
                  <a:pt x="285837" y="12187"/>
                  <a:pt x="285837" y="27222"/>
                </a:cubicBezTo>
                <a:close/>
                <a:moveTo>
                  <a:pt x="27222" y="163335"/>
                </a:moveTo>
                <a:cubicBezTo>
                  <a:pt x="12187" y="163335"/>
                  <a:pt x="0" y="151147"/>
                  <a:pt x="0" y="136112"/>
                </a:cubicBezTo>
                <a:lnTo>
                  <a:pt x="0" y="108890"/>
                </a:lnTo>
                <a:cubicBezTo>
                  <a:pt x="0" y="93855"/>
                  <a:pt x="12187" y="81667"/>
                  <a:pt x="27222" y="81667"/>
                </a:cubicBezTo>
                <a:lnTo>
                  <a:pt x="258614" y="81667"/>
                </a:lnTo>
                <a:cubicBezTo>
                  <a:pt x="273649" y="81667"/>
                  <a:pt x="285837" y="93855"/>
                  <a:pt x="285837" y="108890"/>
                </a:cubicBezTo>
                <a:lnTo>
                  <a:pt x="285837" y="136112"/>
                </a:lnTo>
                <a:moveTo>
                  <a:pt x="57848" y="37431"/>
                </a:moveTo>
                <a:cubicBezTo>
                  <a:pt x="55968" y="37431"/>
                  <a:pt x="54445" y="38954"/>
                  <a:pt x="54445" y="40833"/>
                </a:cubicBezTo>
                <a:cubicBezTo>
                  <a:pt x="54445" y="42713"/>
                  <a:pt x="55968" y="44236"/>
                  <a:pt x="57848" y="44236"/>
                </a:cubicBezTo>
                <a:cubicBezTo>
                  <a:pt x="59727" y="44236"/>
                  <a:pt x="61250" y="42713"/>
                  <a:pt x="61250" y="40833"/>
                </a:cubicBezTo>
                <a:cubicBezTo>
                  <a:pt x="61250" y="38954"/>
                  <a:pt x="59727" y="37431"/>
                  <a:pt x="57848" y="37431"/>
                </a:cubicBezTo>
                <a:lnTo>
                  <a:pt x="57848" y="37431"/>
                </a:lnTo>
                <a:moveTo>
                  <a:pt x="105487" y="37431"/>
                </a:moveTo>
                <a:cubicBezTo>
                  <a:pt x="103608" y="37431"/>
                  <a:pt x="102084" y="38954"/>
                  <a:pt x="102084" y="40833"/>
                </a:cubicBezTo>
                <a:cubicBezTo>
                  <a:pt x="102084" y="42713"/>
                  <a:pt x="103608" y="44236"/>
                  <a:pt x="105487" y="44236"/>
                </a:cubicBezTo>
                <a:cubicBezTo>
                  <a:pt x="107366" y="44236"/>
                  <a:pt x="108890" y="42713"/>
                  <a:pt x="108890" y="40833"/>
                </a:cubicBezTo>
                <a:cubicBezTo>
                  <a:pt x="108890" y="38954"/>
                  <a:pt x="107366" y="37431"/>
                  <a:pt x="105487" y="37431"/>
                </a:cubicBezTo>
                <a:lnTo>
                  <a:pt x="105487" y="37431"/>
                </a:lnTo>
                <a:moveTo>
                  <a:pt x="57848" y="119098"/>
                </a:moveTo>
                <a:lnTo>
                  <a:pt x="57848" y="119098"/>
                </a:lnTo>
                <a:cubicBezTo>
                  <a:pt x="59727" y="119098"/>
                  <a:pt x="61250" y="120622"/>
                  <a:pt x="61250" y="122501"/>
                </a:cubicBezTo>
                <a:cubicBezTo>
                  <a:pt x="61250" y="124381"/>
                  <a:pt x="59727" y="125904"/>
                  <a:pt x="57848" y="125904"/>
                </a:cubicBezTo>
                <a:cubicBezTo>
                  <a:pt x="55968" y="125904"/>
                  <a:pt x="54445" y="124381"/>
                  <a:pt x="54445" y="122501"/>
                </a:cubicBezTo>
                <a:cubicBezTo>
                  <a:pt x="54445" y="120622"/>
                  <a:pt x="55968" y="119098"/>
                  <a:pt x="57848" y="119098"/>
                </a:cubicBezTo>
                <a:moveTo>
                  <a:pt x="105487" y="119098"/>
                </a:moveTo>
                <a:lnTo>
                  <a:pt x="105487" y="119098"/>
                </a:lnTo>
                <a:cubicBezTo>
                  <a:pt x="107366" y="119098"/>
                  <a:pt x="108890" y="120622"/>
                  <a:pt x="108890" y="122501"/>
                </a:cubicBezTo>
                <a:cubicBezTo>
                  <a:pt x="108890" y="124381"/>
                  <a:pt x="107366" y="125904"/>
                  <a:pt x="105487" y="125904"/>
                </a:cubicBezTo>
                <a:cubicBezTo>
                  <a:pt x="103608" y="125904"/>
                  <a:pt x="102084" y="124381"/>
                  <a:pt x="102084" y="122501"/>
                </a:cubicBezTo>
                <a:cubicBezTo>
                  <a:pt x="102084" y="120622"/>
                  <a:pt x="103608" y="119098"/>
                  <a:pt x="105487" y="119098"/>
                </a:cubicBezTo>
                <a:moveTo>
                  <a:pt x="142918" y="245003"/>
                </a:moveTo>
                <a:lnTo>
                  <a:pt x="27222" y="245003"/>
                </a:lnTo>
                <a:cubicBezTo>
                  <a:pt x="12187" y="245003"/>
                  <a:pt x="0" y="232815"/>
                  <a:pt x="0" y="217780"/>
                </a:cubicBezTo>
                <a:lnTo>
                  <a:pt x="0" y="190558"/>
                </a:lnTo>
                <a:cubicBezTo>
                  <a:pt x="0" y="175523"/>
                  <a:pt x="12187" y="163335"/>
                  <a:pt x="27222" y="163335"/>
                </a:cubicBezTo>
                <a:lnTo>
                  <a:pt x="176946" y="163335"/>
                </a:lnTo>
                <a:moveTo>
                  <a:pt x="57848" y="200766"/>
                </a:moveTo>
                <a:cubicBezTo>
                  <a:pt x="55968" y="200766"/>
                  <a:pt x="54445" y="202290"/>
                  <a:pt x="54445" y="204169"/>
                </a:cubicBezTo>
                <a:cubicBezTo>
                  <a:pt x="54445" y="206048"/>
                  <a:pt x="55968" y="207572"/>
                  <a:pt x="57848" y="207572"/>
                </a:cubicBezTo>
                <a:cubicBezTo>
                  <a:pt x="59727" y="207572"/>
                  <a:pt x="61250" y="206048"/>
                  <a:pt x="61250" y="204169"/>
                </a:cubicBezTo>
                <a:cubicBezTo>
                  <a:pt x="61250" y="202290"/>
                  <a:pt x="59727" y="200766"/>
                  <a:pt x="57848" y="200766"/>
                </a:cubicBezTo>
                <a:lnTo>
                  <a:pt x="57848" y="200766"/>
                </a:lnTo>
                <a:moveTo>
                  <a:pt x="105487" y="200766"/>
                </a:moveTo>
                <a:cubicBezTo>
                  <a:pt x="103608" y="200766"/>
                  <a:pt x="102084" y="202290"/>
                  <a:pt x="102084" y="204169"/>
                </a:cubicBezTo>
                <a:cubicBezTo>
                  <a:pt x="102084" y="206048"/>
                  <a:pt x="103608" y="207572"/>
                  <a:pt x="105487" y="207572"/>
                </a:cubicBezTo>
                <a:cubicBezTo>
                  <a:pt x="107366" y="207572"/>
                  <a:pt x="108890" y="206048"/>
                  <a:pt x="108890" y="204169"/>
                </a:cubicBezTo>
                <a:cubicBezTo>
                  <a:pt x="108890" y="202290"/>
                  <a:pt x="107366" y="200766"/>
                  <a:pt x="105487" y="200766"/>
                </a:cubicBezTo>
                <a:lnTo>
                  <a:pt x="105487" y="200766"/>
                </a:lnTo>
                <a:moveTo>
                  <a:pt x="231392" y="272225"/>
                </a:moveTo>
                <a:lnTo>
                  <a:pt x="231392" y="272225"/>
                </a:lnTo>
                <a:cubicBezTo>
                  <a:pt x="233271" y="272225"/>
                  <a:pt x="234794" y="273749"/>
                  <a:pt x="234794" y="275628"/>
                </a:cubicBezTo>
                <a:cubicBezTo>
                  <a:pt x="234794" y="277508"/>
                  <a:pt x="233271" y="279031"/>
                  <a:pt x="231392" y="279031"/>
                </a:cubicBezTo>
                <a:cubicBezTo>
                  <a:pt x="229512" y="279031"/>
                  <a:pt x="227989" y="277508"/>
                  <a:pt x="227989" y="275628"/>
                </a:cubicBezTo>
                <a:cubicBezTo>
                  <a:pt x="227989" y="273749"/>
                  <a:pt x="229512" y="272225"/>
                  <a:pt x="231392" y="272225"/>
                </a:cubicBezTo>
                <a:moveTo>
                  <a:pt x="231392" y="204169"/>
                </a:moveTo>
                <a:lnTo>
                  <a:pt x="231392" y="245003"/>
                </a:lnTo>
                <a:moveTo>
                  <a:pt x="242798" y="163335"/>
                </a:moveTo>
                <a:cubicBezTo>
                  <a:pt x="240549" y="159125"/>
                  <a:pt x="236165" y="156495"/>
                  <a:pt x="231392" y="156495"/>
                </a:cubicBezTo>
                <a:cubicBezTo>
                  <a:pt x="226619" y="156495"/>
                  <a:pt x="222234" y="159125"/>
                  <a:pt x="219985" y="163335"/>
                </a:cubicBezTo>
                <a:lnTo>
                  <a:pt x="151167" y="294466"/>
                </a:lnTo>
                <a:cubicBezTo>
                  <a:pt x="149099" y="298396"/>
                  <a:pt x="149259" y="303126"/>
                  <a:pt x="151589" y="306907"/>
                </a:cubicBezTo>
                <a:cubicBezTo>
                  <a:pt x="153941" y="310712"/>
                  <a:pt x="158099" y="313026"/>
                  <a:pt x="162573" y="313019"/>
                </a:cubicBezTo>
                <a:lnTo>
                  <a:pt x="300210" y="313019"/>
                </a:lnTo>
                <a:cubicBezTo>
                  <a:pt x="304681" y="313026"/>
                  <a:pt x="308837" y="310719"/>
                  <a:pt x="311195" y="306921"/>
                </a:cubicBezTo>
                <a:cubicBezTo>
                  <a:pt x="313524" y="303140"/>
                  <a:pt x="313685" y="298410"/>
                  <a:pt x="311617" y="294480"/>
                </a:cubicBezTo>
                <a:close/>
              </a:path>
            </a:pathLst>
          </a:custGeom>
          <a:noFill/>
          <a:ln w="1361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711028" y="5505120"/>
            <a:ext cx="272225" cy="306254"/>
          </a:xfrm>
          <a:custGeom>
            <a:avLst/>
            <a:gdLst/>
            <a:ahLst/>
            <a:cxnLst/>
            <a:rect l="0" t="0" r="0" b="0"/>
            <a:pathLst>
              <a:path w="272225" h="306254">
                <a:moveTo>
                  <a:pt x="136112" y="142918"/>
                </a:moveTo>
                <a:cubicBezTo>
                  <a:pt x="175578" y="142918"/>
                  <a:pt x="207572" y="110924"/>
                  <a:pt x="207572" y="71459"/>
                </a:cubicBezTo>
                <a:cubicBezTo>
                  <a:pt x="207572" y="31993"/>
                  <a:pt x="175578" y="0"/>
                  <a:pt x="136112" y="0"/>
                </a:cubicBezTo>
                <a:cubicBezTo>
                  <a:pt x="96647" y="0"/>
                  <a:pt x="64653" y="31993"/>
                  <a:pt x="64653" y="71459"/>
                </a:cubicBezTo>
                <a:cubicBezTo>
                  <a:pt x="64653" y="110924"/>
                  <a:pt x="96647" y="142918"/>
                  <a:pt x="136112" y="142918"/>
                </a:cubicBezTo>
                <a:close/>
                <a:moveTo>
                  <a:pt x="272225" y="279031"/>
                </a:moveTo>
                <a:cubicBezTo>
                  <a:pt x="272225" y="203857"/>
                  <a:pt x="211286" y="142918"/>
                  <a:pt x="136112" y="142918"/>
                </a:cubicBezTo>
                <a:cubicBezTo>
                  <a:pt x="60939" y="142918"/>
                  <a:pt x="0" y="203857"/>
                  <a:pt x="0" y="279031"/>
                </a:cubicBezTo>
                <a:moveTo>
                  <a:pt x="155170" y="93237"/>
                </a:moveTo>
                <a:cubicBezTo>
                  <a:pt x="144281" y="82348"/>
                  <a:pt x="127947" y="82348"/>
                  <a:pt x="117058" y="93237"/>
                </a:cubicBezTo>
                <a:moveTo>
                  <a:pt x="50361" y="306254"/>
                </a:moveTo>
                <a:lnTo>
                  <a:pt x="50361" y="274948"/>
                </a:lnTo>
                <a:lnTo>
                  <a:pt x="220503" y="274948"/>
                </a:lnTo>
                <a:lnTo>
                  <a:pt x="220503" y="306254"/>
                </a:lnTo>
                <a:moveTo>
                  <a:pt x="142918" y="227308"/>
                </a:moveTo>
                <a:lnTo>
                  <a:pt x="74862" y="227308"/>
                </a:lnTo>
                <a:lnTo>
                  <a:pt x="74862" y="274948"/>
                </a:lnTo>
                <a:lnTo>
                  <a:pt x="142918" y="274948"/>
                </a:lnTo>
                <a:close/>
                <a:moveTo>
                  <a:pt x="197363" y="200086"/>
                </a:moveTo>
                <a:lnTo>
                  <a:pt x="142918" y="200086"/>
                </a:lnTo>
                <a:lnTo>
                  <a:pt x="142918" y="274948"/>
                </a:lnTo>
                <a:lnTo>
                  <a:pt x="197363" y="274948"/>
                </a:lnTo>
                <a:close/>
              </a:path>
            </a:pathLst>
          </a:custGeom>
          <a:noFill/>
          <a:ln w="1361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452844" y="5522134"/>
            <a:ext cx="313059" cy="272225"/>
          </a:xfrm>
          <a:custGeom>
            <a:avLst/>
            <a:gdLst/>
            <a:ahLst/>
            <a:cxnLst/>
            <a:rect l="0" t="0" r="0" b="0"/>
            <a:pathLst>
              <a:path w="313059" h="272225">
                <a:moveTo>
                  <a:pt x="111340" y="16469"/>
                </a:moveTo>
                <a:cubicBezTo>
                  <a:pt x="115554" y="23019"/>
                  <a:pt x="115554" y="31426"/>
                  <a:pt x="111340" y="37975"/>
                </a:cubicBezTo>
                <a:moveTo>
                  <a:pt x="201719" y="16469"/>
                </a:moveTo>
                <a:cubicBezTo>
                  <a:pt x="197505" y="23019"/>
                  <a:pt x="197505" y="31426"/>
                  <a:pt x="201719" y="37975"/>
                </a:cubicBezTo>
                <a:moveTo>
                  <a:pt x="131621" y="0"/>
                </a:moveTo>
                <a:lnTo>
                  <a:pt x="131621" y="0"/>
                </a:lnTo>
                <a:cubicBezTo>
                  <a:pt x="138869" y="7204"/>
                  <a:pt x="142944" y="17002"/>
                  <a:pt x="142944" y="27222"/>
                </a:cubicBezTo>
                <a:cubicBezTo>
                  <a:pt x="142944" y="37442"/>
                  <a:pt x="138869" y="47240"/>
                  <a:pt x="131621" y="54445"/>
                </a:cubicBezTo>
                <a:lnTo>
                  <a:pt x="131621" y="54445"/>
                </a:lnTo>
                <a:moveTo>
                  <a:pt x="181438" y="0"/>
                </a:moveTo>
                <a:lnTo>
                  <a:pt x="181438" y="0"/>
                </a:lnTo>
                <a:cubicBezTo>
                  <a:pt x="174190" y="7204"/>
                  <a:pt x="170114" y="17002"/>
                  <a:pt x="170114" y="27222"/>
                </a:cubicBezTo>
                <a:cubicBezTo>
                  <a:pt x="170114" y="37442"/>
                  <a:pt x="174190" y="47240"/>
                  <a:pt x="181438" y="54445"/>
                </a:cubicBezTo>
                <a:lnTo>
                  <a:pt x="181438" y="54445"/>
                </a:lnTo>
                <a:moveTo>
                  <a:pt x="224586" y="34028"/>
                </a:moveTo>
                <a:cubicBezTo>
                  <a:pt x="224586" y="52821"/>
                  <a:pt x="239821" y="68056"/>
                  <a:pt x="258614" y="68056"/>
                </a:cubicBezTo>
                <a:cubicBezTo>
                  <a:pt x="277407" y="68056"/>
                  <a:pt x="292642" y="52821"/>
                  <a:pt x="292642" y="34028"/>
                </a:cubicBezTo>
                <a:cubicBezTo>
                  <a:pt x="292642" y="15234"/>
                  <a:pt x="277407" y="0"/>
                  <a:pt x="258614" y="0"/>
                </a:cubicBezTo>
                <a:cubicBezTo>
                  <a:pt x="239821" y="0"/>
                  <a:pt x="224586" y="15234"/>
                  <a:pt x="224586" y="34028"/>
                </a:cubicBezTo>
                <a:moveTo>
                  <a:pt x="313059" y="136112"/>
                </a:moveTo>
                <a:cubicBezTo>
                  <a:pt x="313059" y="106043"/>
                  <a:pt x="288683" y="81667"/>
                  <a:pt x="258614" y="81667"/>
                </a:cubicBezTo>
                <a:cubicBezTo>
                  <a:pt x="228545" y="81667"/>
                  <a:pt x="204169" y="106043"/>
                  <a:pt x="204169" y="136112"/>
                </a:cubicBezTo>
                <a:lnTo>
                  <a:pt x="204169" y="183752"/>
                </a:lnTo>
                <a:lnTo>
                  <a:pt x="232480" y="183752"/>
                </a:lnTo>
                <a:lnTo>
                  <a:pt x="238197" y="272225"/>
                </a:lnTo>
                <a:lnTo>
                  <a:pt x="279031" y="272225"/>
                </a:lnTo>
                <a:lnTo>
                  <a:pt x="284748" y="183752"/>
                </a:lnTo>
                <a:lnTo>
                  <a:pt x="313059" y="183752"/>
                </a:lnTo>
                <a:close/>
                <a:moveTo>
                  <a:pt x="20416" y="34028"/>
                </a:moveTo>
                <a:cubicBezTo>
                  <a:pt x="20416" y="52821"/>
                  <a:pt x="35651" y="68056"/>
                  <a:pt x="54445" y="68056"/>
                </a:cubicBezTo>
                <a:cubicBezTo>
                  <a:pt x="73238" y="68056"/>
                  <a:pt x="88473" y="52821"/>
                  <a:pt x="88473" y="34028"/>
                </a:cubicBezTo>
                <a:cubicBezTo>
                  <a:pt x="88473" y="15234"/>
                  <a:pt x="73238" y="0"/>
                  <a:pt x="54445" y="0"/>
                </a:cubicBezTo>
                <a:cubicBezTo>
                  <a:pt x="35651" y="0"/>
                  <a:pt x="20416" y="15234"/>
                  <a:pt x="20416" y="34028"/>
                </a:cubicBezTo>
                <a:moveTo>
                  <a:pt x="94054" y="115287"/>
                </a:moveTo>
                <a:cubicBezTo>
                  <a:pt x="90831" y="95921"/>
                  <a:pt x="74078" y="81724"/>
                  <a:pt x="54445" y="81724"/>
                </a:cubicBezTo>
                <a:cubicBezTo>
                  <a:pt x="34812" y="81724"/>
                  <a:pt x="18058" y="95921"/>
                  <a:pt x="14836" y="115287"/>
                </a:cubicBezTo>
                <a:lnTo>
                  <a:pt x="0" y="204169"/>
                </a:lnTo>
                <a:lnTo>
                  <a:pt x="28311" y="204169"/>
                </a:lnTo>
                <a:lnTo>
                  <a:pt x="34028" y="272225"/>
                </a:lnTo>
                <a:lnTo>
                  <a:pt x="74862" y="272225"/>
                </a:lnTo>
                <a:lnTo>
                  <a:pt x="80578" y="204169"/>
                </a:lnTo>
                <a:lnTo>
                  <a:pt x="108890" y="204169"/>
                </a:lnTo>
                <a:close/>
              </a:path>
            </a:pathLst>
          </a:custGeom>
          <a:noFill/>
          <a:ln w="1361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218534" y="5504358"/>
            <a:ext cx="307102" cy="307779"/>
          </a:xfrm>
          <a:custGeom>
            <a:avLst/>
            <a:gdLst/>
            <a:ahLst/>
            <a:cxnLst/>
            <a:rect l="0" t="0" r="0" b="0"/>
            <a:pathLst>
              <a:path w="307102" h="307779">
                <a:moveTo>
                  <a:pt x="294208" y="176797"/>
                </a:moveTo>
                <a:cubicBezTo>
                  <a:pt x="300748" y="176797"/>
                  <a:pt x="306050" y="171495"/>
                  <a:pt x="306050" y="164955"/>
                </a:cubicBezTo>
                <a:lnTo>
                  <a:pt x="306050" y="141285"/>
                </a:lnTo>
                <a:cubicBezTo>
                  <a:pt x="306053" y="138143"/>
                  <a:pt x="304807" y="135129"/>
                  <a:pt x="302585" y="132907"/>
                </a:cubicBezTo>
                <a:cubicBezTo>
                  <a:pt x="300364" y="130686"/>
                  <a:pt x="297349" y="129439"/>
                  <a:pt x="294208" y="129443"/>
                </a:cubicBezTo>
                <a:lnTo>
                  <a:pt x="283904" y="129443"/>
                </a:lnTo>
                <a:cubicBezTo>
                  <a:pt x="280580" y="110697"/>
                  <a:pt x="273254" y="92889"/>
                  <a:pt x="262425" y="77230"/>
                </a:cubicBezTo>
                <a:lnTo>
                  <a:pt x="269667" y="69989"/>
                </a:lnTo>
                <a:cubicBezTo>
                  <a:pt x="274279" y="65366"/>
                  <a:pt x="274279" y="57883"/>
                  <a:pt x="269667" y="53261"/>
                </a:cubicBezTo>
                <a:lnTo>
                  <a:pt x="252925" y="36519"/>
                </a:lnTo>
                <a:cubicBezTo>
                  <a:pt x="250706" y="34296"/>
                  <a:pt x="247694" y="33047"/>
                  <a:pt x="244554" y="33047"/>
                </a:cubicBezTo>
                <a:cubicBezTo>
                  <a:pt x="241413" y="33047"/>
                  <a:pt x="238402" y="34296"/>
                  <a:pt x="236183" y="36519"/>
                </a:cubicBezTo>
                <a:lnTo>
                  <a:pt x="228982" y="43719"/>
                </a:lnTo>
                <a:cubicBezTo>
                  <a:pt x="213348" y="32813"/>
                  <a:pt x="195542" y="25412"/>
                  <a:pt x="176783" y="22023"/>
                </a:cubicBezTo>
                <a:lnTo>
                  <a:pt x="176783" y="11841"/>
                </a:lnTo>
                <a:cubicBezTo>
                  <a:pt x="176783" y="5301"/>
                  <a:pt x="171481" y="0"/>
                  <a:pt x="164941" y="0"/>
                </a:cubicBezTo>
                <a:lnTo>
                  <a:pt x="141271" y="0"/>
                </a:lnTo>
                <a:cubicBezTo>
                  <a:pt x="134734" y="7"/>
                  <a:pt x="129437" y="5304"/>
                  <a:pt x="129429" y="11841"/>
                </a:cubicBezTo>
                <a:lnTo>
                  <a:pt x="129429" y="21982"/>
                </a:lnTo>
                <a:cubicBezTo>
                  <a:pt x="110647" y="25306"/>
                  <a:pt x="92807" y="32657"/>
                  <a:pt x="77135" y="43528"/>
                </a:cubicBezTo>
                <a:lnTo>
                  <a:pt x="70043" y="36396"/>
                </a:lnTo>
                <a:cubicBezTo>
                  <a:pt x="67824" y="34174"/>
                  <a:pt x="64813" y="32925"/>
                  <a:pt x="61672" y="32925"/>
                </a:cubicBezTo>
                <a:cubicBezTo>
                  <a:pt x="58532" y="32925"/>
                  <a:pt x="55520" y="34174"/>
                  <a:pt x="53301" y="36396"/>
                </a:cubicBezTo>
                <a:lnTo>
                  <a:pt x="36505" y="53165"/>
                </a:lnTo>
                <a:cubicBezTo>
                  <a:pt x="31893" y="57788"/>
                  <a:pt x="31893" y="65271"/>
                  <a:pt x="36505" y="69894"/>
                </a:cubicBezTo>
                <a:lnTo>
                  <a:pt x="43624" y="77026"/>
                </a:lnTo>
                <a:cubicBezTo>
                  <a:pt x="32730" y="92685"/>
                  <a:pt x="25352" y="110515"/>
                  <a:pt x="21995" y="129293"/>
                </a:cubicBezTo>
                <a:lnTo>
                  <a:pt x="11828" y="129293"/>
                </a:lnTo>
                <a:cubicBezTo>
                  <a:pt x="5293" y="129301"/>
                  <a:pt x="0" y="134600"/>
                  <a:pt x="0" y="141135"/>
                </a:cubicBezTo>
                <a:lnTo>
                  <a:pt x="0" y="164778"/>
                </a:lnTo>
                <a:cubicBezTo>
                  <a:pt x="0" y="171313"/>
                  <a:pt x="5293" y="176612"/>
                  <a:pt x="11828" y="176620"/>
                </a:cubicBezTo>
                <a:lnTo>
                  <a:pt x="21995" y="176620"/>
                </a:lnTo>
                <a:cubicBezTo>
                  <a:pt x="25352" y="195381"/>
                  <a:pt x="32720" y="213196"/>
                  <a:pt x="43596" y="228846"/>
                </a:cubicBezTo>
                <a:lnTo>
                  <a:pt x="36382" y="236060"/>
                </a:lnTo>
                <a:cubicBezTo>
                  <a:pt x="31769" y="240687"/>
                  <a:pt x="31769" y="248175"/>
                  <a:pt x="36382" y="252802"/>
                </a:cubicBezTo>
                <a:lnTo>
                  <a:pt x="53124" y="269544"/>
                </a:lnTo>
                <a:cubicBezTo>
                  <a:pt x="55343" y="271767"/>
                  <a:pt x="58355" y="273016"/>
                  <a:pt x="61495" y="273016"/>
                </a:cubicBezTo>
                <a:cubicBezTo>
                  <a:pt x="64636" y="273016"/>
                  <a:pt x="67647" y="271767"/>
                  <a:pt x="69866" y="269544"/>
                </a:cubicBezTo>
                <a:lnTo>
                  <a:pt x="77094" y="262316"/>
                </a:lnTo>
                <a:cubicBezTo>
                  <a:pt x="81996" y="265729"/>
                  <a:pt x="87126" y="268804"/>
                  <a:pt x="92447" y="271518"/>
                </a:cubicBezTo>
                <a:moveTo>
                  <a:pt x="107461" y="238279"/>
                </a:moveTo>
                <a:cubicBezTo>
                  <a:pt x="72344" y="219180"/>
                  <a:pt x="52883" y="180191"/>
                  <a:pt x="58728" y="140647"/>
                </a:cubicBezTo>
                <a:cubicBezTo>
                  <a:pt x="64573" y="101102"/>
                  <a:pt x="94481" y="69410"/>
                  <a:pt x="133621" y="61287"/>
                </a:cubicBezTo>
                <a:cubicBezTo>
                  <a:pt x="172762" y="53164"/>
                  <a:pt x="212811" y="70336"/>
                  <a:pt x="233910" y="104289"/>
                </a:cubicBezTo>
                <a:moveTo>
                  <a:pt x="153018" y="59372"/>
                </a:moveTo>
                <a:lnTo>
                  <a:pt x="153018" y="127428"/>
                </a:lnTo>
                <a:moveTo>
                  <a:pt x="70506" y="202291"/>
                </a:moveTo>
                <a:lnTo>
                  <a:pt x="129443" y="168262"/>
                </a:lnTo>
                <a:moveTo>
                  <a:pt x="303640" y="277561"/>
                </a:moveTo>
                <a:lnTo>
                  <a:pt x="235679" y="153399"/>
                </a:lnTo>
                <a:cubicBezTo>
                  <a:pt x="232236" y="146878"/>
                  <a:pt x="225468" y="142797"/>
                  <a:pt x="218093" y="142797"/>
                </a:cubicBezTo>
                <a:cubicBezTo>
                  <a:pt x="210719" y="142797"/>
                  <a:pt x="203950" y="146878"/>
                  <a:pt x="200508" y="153399"/>
                </a:cubicBezTo>
                <a:lnTo>
                  <a:pt x="132560" y="277561"/>
                </a:lnTo>
                <a:cubicBezTo>
                  <a:pt x="129100" y="283885"/>
                  <a:pt x="129231" y="291565"/>
                  <a:pt x="132905" y="297767"/>
                </a:cubicBezTo>
                <a:cubicBezTo>
                  <a:pt x="136578" y="303969"/>
                  <a:pt x="143250" y="307774"/>
                  <a:pt x="150459" y="307778"/>
                </a:cubicBezTo>
                <a:lnTo>
                  <a:pt x="285728" y="307778"/>
                </a:lnTo>
                <a:cubicBezTo>
                  <a:pt x="292939" y="307779"/>
                  <a:pt x="299615" y="303975"/>
                  <a:pt x="303292" y="297772"/>
                </a:cubicBezTo>
                <a:cubicBezTo>
                  <a:pt x="306969" y="291570"/>
                  <a:pt x="307102" y="283887"/>
                  <a:pt x="303640" y="277561"/>
                </a:cubicBezTo>
                <a:close/>
                <a:moveTo>
                  <a:pt x="218093" y="226110"/>
                </a:moveTo>
                <a:lnTo>
                  <a:pt x="218093" y="192082"/>
                </a:lnTo>
                <a:moveTo>
                  <a:pt x="211288" y="266944"/>
                </a:moveTo>
                <a:cubicBezTo>
                  <a:pt x="211288" y="263186"/>
                  <a:pt x="214335" y="260139"/>
                  <a:pt x="218093" y="260139"/>
                </a:cubicBezTo>
                <a:cubicBezTo>
                  <a:pt x="221852" y="260139"/>
                  <a:pt x="224899" y="263186"/>
                  <a:pt x="224899" y="266944"/>
                </a:cubicBezTo>
                <a:cubicBezTo>
                  <a:pt x="224899" y="270703"/>
                  <a:pt x="221852" y="273750"/>
                  <a:pt x="218093" y="273750"/>
                </a:cubicBezTo>
                <a:cubicBezTo>
                  <a:pt x="214335" y="273750"/>
                  <a:pt x="211288" y="270703"/>
                  <a:pt x="211288" y="266944"/>
                </a:cubicBezTo>
                <a:moveTo>
                  <a:pt x="140141" y="178566"/>
                </a:moveTo>
                <a:cubicBezTo>
                  <a:pt x="131127" y="174152"/>
                  <a:pt x="125274" y="165136"/>
                  <a:pt x="124910" y="155105"/>
                </a:cubicBezTo>
                <a:cubicBezTo>
                  <a:pt x="124545" y="145075"/>
                  <a:pt x="129730" y="135658"/>
                  <a:pt x="138400" y="130602"/>
                </a:cubicBezTo>
                <a:cubicBezTo>
                  <a:pt x="147071" y="125546"/>
                  <a:pt x="157820" y="125670"/>
                  <a:pt x="166370" y="130927"/>
                </a:cubicBezTo>
              </a:path>
            </a:pathLst>
          </a:custGeom>
          <a:noFill/>
          <a:ln w="1361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972110" y="5496288"/>
            <a:ext cx="314556" cy="334270"/>
          </a:xfrm>
          <a:custGeom>
            <a:avLst/>
            <a:gdLst/>
            <a:ahLst/>
            <a:cxnLst/>
            <a:rect l="0" t="0" r="0" b="0"/>
            <a:pathLst>
              <a:path w="314556" h="334270">
                <a:moveTo>
                  <a:pt x="80537" y="122078"/>
                </a:moveTo>
                <a:cubicBezTo>
                  <a:pt x="87987" y="110927"/>
                  <a:pt x="97561" y="101353"/>
                  <a:pt x="108713" y="93903"/>
                </a:cubicBezTo>
                <a:moveTo>
                  <a:pt x="222149" y="93903"/>
                </a:moveTo>
                <a:cubicBezTo>
                  <a:pt x="233293" y="101362"/>
                  <a:pt x="242865" y="110935"/>
                  <a:pt x="250325" y="122078"/>
                </a:cubicBezTo>
                <a:moveTo>
                  <a:pt x="294575" y="250433"/>
                </a:moveTo>
                <a:cubicBezTo>
                  <a:pt x="253397" y="310527"/>
                  <a:pt x="176206" y="334270"/>
                  <a:pt x="108373" y="307707"/>
                </a:cubicBezTo>
                <a:cubicBezTo>
                  <a:pt x="40540" y="281143"/>
                  <a:pt x="0" y="211295"/>
                  <a:pt x="10580" y="139219"/>
                </a:cubicBezTo>
                <a:cubicBezTo>
                  <a:pt x="21161" y="67143"/>
                  <a:pt x="80066" y="11894"/>
                  <a:pt x="152671" y="5947"/>
                </a:cubicBezTo>
                <a:cubicBezTo>
                  <a:pt x="225277" y="0"/>
                  <a:pt x="292387" y="44926"/>
                  <a:pt x="314556" y="114320"/>
                </a:cubicBezTo>
                <a:moveTo>
                  <a:pt x="306076" y="191455"/>
                </a:moveTo>
                <a:cubicBezTo>
                  <a:pt x="306076" y="177667"/>
                  <a:pt x="281127" y="141542"/>
                  <a:pt x="281127" y="141542"/>
                </a:cubicBezTo>
                <a:cubicBezTo>
                  <a:pt x="281127" y="141542"/>
                  <a:pt x="256164" y="177667"/>
                  <a:pt x="256164" y="191455"/>
                </a:cubicBezTo>
                <a:cubicBezTo>
                  <a:pt x="256480" y="205011"/>
                  <a:pt x="267560" y="215835"/>
                  <a:pt x="281120" y="215835"/>
                </a:cubicBezTo>
                <a:cubicBezTo>
                  <a:pt x="294680" y="215835"/>
                  <a:pt x="305760" y="205011"/>
                  <a:pt x="306076" y="191455"/>
                </a:cubicBezTo>
                <a:close/>
                <a:moveTo>
                  <a:pt x="104180" y="243627"/>
                </a:moveTo>
                <a:cubicBezTo>
                  <a:pt x="104180" y="209799"/>
                  <a:pt x="131603" y="182376"/>
                  <a:pt x="165431" y="182376"/>
                </a:cubicBezTo>
                <a:cubicBezTo>
                  <a:pt x="199259" y="182376"/>
                  <a:pt x="226682" y="209799"/>
                  <a:pt x="226682" y="243627"/>
                </a:cubicBezTo>
              </a:path>
            </a:pathLst>
          </a:custGeom>
          <a:noFill/>
          <a:ln w="1361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739542" y="5501717"/>
            <a:ext cx="313059" cy="313059"/>
          </a:xfrm>
          <a:custGeom>
            <a:avLst/>
            <a:gdLst/>
            <a:ahLst/>
            <a:cxnLst/>
            <a:rect l="0" t="0" r="0" b="0"/>
            <a:pathLst>
              <a:path w="313059" h="313059">
                <a:moveTo>
                  <a:pt x="204169" y="170141"/>
                </a:moveTo>
                <a:lnTo>
                  <a:pt x="204169" y="313059"/>
                </a:lnTo>
                <a:moveTo>
                  <a:pt x="95279" y="245003"/>
                </a:moveTo>
                <a:lnTo>
                  <a:pt x="129307" y="149724"/>
                </a:lnTo>
                <a:lnTo>
                  <a:pt x="163335" y="245003"/>
                </a:lnTo>
                <a:moveTo>
                  <a:pt x="183752" y="149724"/>
                </a:moveTo>
                <a:cubicBezTo>
                  <a:pt x="183752" y="161000"/>
                  <a:pt x="192893" y="170141"/>
                  <a:pt x="204169" y="170141"/>
                </a:cubicBezTo>
                <a:cubicBezTo>
                  <a:pt x="215445" y="170141"/>
                  <a:pt x="224586" y="161000"/>
                  <a:pt x="224586" y="149724"/>
                </a:cubicBezTo>
                <a:cubicBezTo>
                  <a:pt x="224586" y="138448"/>
                  <a:pt x="215445" y="129307"/>
                  <a:pt x="204169" y="129307"/>
                </a:cubicBezTo>
                <a:cubicBezTo>
                  <a:pt x="192893" y="129307"/>
                  <a:pt x="183752" y="138448"/>
                  <a:pt x="183752" y="149724"/>
                </a:cubicBezTo>
                <a:close/>
                <a:moveTo>
                  <a:pt x="224586" y="149724"/>
                </a:moveTo>
                <a:lnTo>
                  <a:pt x="292642" y="149724"/>
                </a:lnTo>
                <a:moveTo>
                  <a:pt x="115696" y="149724"/>
                </a:moveTo>
                <a:lnTo>
                  <a:pt x="183752" y="149724"/>
                </a:lnTo>
                <a:moveTo>
                  <a:pt x="163335" y="313059"/>
                </a:moveTo>
                <a:lnTo>
                  <a:pt x="245003" y="313059"/>
                </a:lnTo>
                <a:moveTo>
                  <a:pt x="163335" y="245003"/>
                </a:moveTo>
                <a:lnTo>
                  <a:pt x="95279" y="245003"/>
                </a:lnTo>
                <a:cubicBezTo>
                  <a:pt x="95279" y="263796"/>
                  <a:pt x="110514" y="279031"/>
                  <a:pt x="129307" y="279031"/>
                </a:cubicBezTo>
                <a:cubicBezTo>
                  <a:pt x="148100" y="279031"/>
                  <a:pt x="163335" y="263796"/>
                  <a:pt x="163335" y="245003"/>
                </a:cubicBezTo>
                <a:close/>
                <a:moveTo>
                  <a:pt x="313059" y="245003"/>
                </a:moveTo>
                <a:lnTo>
                  <a:pt x="279031" y="149724"/>
                </a:lnTo>
                <a:lnTo>
                  <a:pt x="245003" y="245003"/>
                </a:lnTo>
                <a:moveTo>
                  <a:pt x="245003" y="245003"/>
                </a:moveTo>
                <a:cubicBezTo>
                  <a:pt x="245003" y="263796"/>
                  <a:pt x="260238" y="279031"/>
                  <a:pt x="279031" y="279031"/>
                </a:cubicBezTo>
                <a:cubicBezTo>
                  <a:pt x="297824" y="279031"/>
                  <a:pt x="313059" y="263796"/>
                  <a:pt x="313059" y="245003"/>
                </a:cubicBezTo>
                <a:close/>
                <a:moveTo>
                  <a:pt x="122501" y="313059"/>
                </a:moveTo>
                <a:lnTo>
                  <a:pt x="13611" y="313059"/>
                </a:lnTo>
                <a:cubicBezTo>
                  <a:pt x="6093" y="313059"/>
                  <a:pt x="0" y="306965"/>
                  <a:pt x="0" y="299448"/>
                </a:cubicBezTo>
                <a:lnTo>
                  <a:pt x="0" y="13611"/>
                </a:lnTo>
                <a:cubicBezTo>
                  <a:pt x="0" y="6093"/>
                  <a:pt x="6093" y="0"/>
                  <a:pt x="13611" y="0"/>
                </a:cubicBezTo>
                <a:lnTo>
                  <a:pt x="136112" y="0"/>
                </a:lnTo>
                <a:cubicBezTo>
                  <a:pt x="144727" y="467"/>
                  <a:pt x="152925" y="3862"/>
                  <a:pt x="159347" y="9623"/>
                </a:cubicBezTo>
                <a:lnTo>
                  <a:pt x="208157" y="58433"/>
                </a:lnTo>
                <a:cubicBezTo>
                  <a:pt x="213918" y="64855"/>
                  <a:pt x="217313" y="73052"/>
                  <a:pt x="217780" y="81667"/>
                </a:cubicBezTo>
                <a:lnTo>
                  <a:pt x="217780" y="102084"/>
                </a:lnTo>
                <a:moveTo>
                  <a:pt x="149724" y="3334"/>
                </a:moveTo>
                <a:lnTo>
                  <a:pt x="149724" y="54445"/>
                </a:lnTo>
                <a:cubicBezTo>
                  <a:pt x="149724" y="61962"/>
                  <a:pt x="155818" y="68056"/>
                  <a:pt x="163335" y="68056"/>
                </a:cubicBezTo>
                <a:lnTo>
                  <a:pt x="214445" y="68056"/>
                </a:lnTo>
                <a:moveTo>
                  <a:pt x="40833" y="68056"/>
                </a:moveTo>
                <a:lnTo>
                  <a:pt x="74862" y="68056"/>
                </a:lnTo>
                <a:moveTo>
                  <a:pt x="40833" y="108890"/>
                </a:moveTo>
                <a:lnTo>
                  <a:pt x="115696" y="108890"/>
                </a:lnTo>
              </a:path>
            </a:pathLst>
          </a:custGeom>
          <a:noFill/>
          <a:ln w="1361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494969" y="5494912"/>
            <a:ext cx="319403" cy="322795"/>
          </a:xfrm>
          <a:custGeom>
            <a:avLst/>
            <a:gdLst/>
            <a:ahLst/>
            <a:cxnLst/>
            <a:rect l="0" t="0" r="0" b="0"/>
            <a:pathLst>
              <a:path w="319403" h="322795">
                <a:moveTo>
                  <a:pt x="104289" y="42943"/>
                </a:moveTo>
                <a:cubicBezTo>
                  <a:pt x="104286" y="62904"/>
                  <a:pt x="120467" y="79087"/>
                  <a:pt x="140427" y="79087"/>
                </a:cubicBezTo>
                <a:cubicBezTo>
                  <a:pt x="160388" y="79087"/>
                  <a:pt x="176568" y="62904"/>
                  <a:pt x="176565" y="42943"/>
                </a:cubicBezTo>
                <a:cubicBezTo>
                  <a:pt x="176568" y="22983"/>
                  <a:pt x="160388" y="6800"/>
                  <a:pt x="140427" y="6800"/>
                </a:cubicBezTo>
                <a:cubicBezTo>
                  <a:pt x="120467" y="6800"/>
                  <a:pt x="104286" y="22983"/>
                  <a:pt x="104289" y="42943"/>
                </a:cubicBezTo>
                <a:moveTo>
                  <a:pt x="0" y="0"/>
                </a:moveTo>
                <a:moveTo>
                  <a:pt x="112510" y="184623"/>
                </a:moveTo>
                <a:lnTo>
                  <a:pt x="127347" y="142537"/>
                </a:lnTo>
                <a:lnTo>
                  <a:pt x="133050" y="144238"/>
                </a:lnTo>
                <a:cubicBezTo>
                  <a:pt x="148022" y="148771"/>
                  <a:pt x="156652" y="171611"/>
                  <a:pt x="161919" y="203339"/>
                </a:cubicBezTo>
                <a:moveTo>
                  <a:pt x="0" y="0"/>
                </a:moveTo>
                <a:moveTo>
                  <a:pt x="57031" y="197105"/>
                </a:moveTo>
                <a:lnTo>
                  <a:pt x="23493" y="292003"/>
                </a:lnTo>
                <a:cubicBezTo>
                  <a:pt x="20864" y="299069"/>
                  <a:pt x="22250" y="307004"/>
                  <a:pt x="27118" y="312762"/>
                </a:cubicBezTo>
                <a:cubicBezTo>
                  <a:pt x="31985" y="318519"/>
                  <a:pt x="39579" y="321206"/>
                  <a:pt x="46985" y="319789"/>
                </a:cubicBezTo>
                <a:cubicBezTo>
                  <a:pt x="54390" y="318373"/>
                  <a:pt x="60457" y="313075"/>
                  <a:pt x="62856" y="305927"/>
                </a:cubicBezTo>
                <a:lnTo>
                  <a:pt x="90419" y="227961"/>
                </a:lnTo>
                <a:lnTo>
                  <a:pt x="128749" y="308023"/>
                </a:lnTo>
                <a:cubicBezTo>
                  <a:pt x="133746" y="318420"/>
                  <a:pt x="146226" y="322795"/>
                  <a:pt x="156621" y="317795"/>
                </a:cubicBezTo>
                <a:cubicBezTo>
                  <a:pt x="167016" y="312795"/>
                  <a:pt x="171387" y="300314"/>
                  <a:pt x="166384" y="289920"/>
                </a:cubicBezTo>
                <a:lnTo>
                  <a:pt x="166384" y="289920"/>
                </a:lnTo>
                <a:lnTo>
                  <a:pt x="129307" y="212336"/>
                </a:lnTo>
                <a:moveTo>
                  <a:pt x="202998" y="218883"/>
                </a:moveTo>
                <a:cubicBezTo>
                  <a:pt x="202998" y="218883"/>
                  <a:pt x="196601" y="120024"/>
                  <a:pt x="145028" y="104316"/>
                </a:cubicBezTo>
                <a:lnTo>
                  <a:pt x="99362" y="90610"/>
                </a:lnTo>
                <a:cubicBezTo>
                  <a:pt x="70848" y="82092"/>
                  <a:pt x="40187" y="93980"/>
                  <a:pt x="24867" y="119493"/>
                </a:cubicBezTo>
                <a:lnTo>
                  <a:pt x="11256" y="142170"/>
                </a:lnTo>
                <a:cubicBezTo>
                  <a:pt x="7197" y="148573"/>
                  <a:pt x="6929" y="156674"/>
                  <a:pt x="10554" y="163332"/>
                </a:cubicBezTo>
                <a:cubicBezTo>
                  <a:pt x="14180" y="169990"/>
                  <a:pt x="21130" y="174160"/>
                  <a:pt x="28711" y="174226"/>
                </a:cubicBezTo>
                <a:cubicBezTo>
                  <a:pt x="36292" y="174292"/>
                  <a:pt x="43313" y="170243"/>
                  <a:pt x="47054" y="163648"/>
                </a:cubicBezTo>
                <a:lnTo>
                  <a:pt x="60665" y="140958"/>
                </a:lnTo>
                <a:cubicBezTo>
                  <a:pt x="66180" y="131857"/>
                  <a:pt x="77145" y="127628"/>
                  <a:pt x="87343" y="130668"/>
                </a:cubicBezTo>
                <a:moveTo>
                  <a:pt x="282039" y="204387"/>
                </a:moveTo>
                <a:cubicBezTo>
                  <a:pt x="295817" y="209693"/>
                  <a:pt x="306918" y="220261"/>
                  <a:pt x="312896" y="233760"/>
                </a:cubicBezTo>
                <a:lnTo>
                  <a:pt x="316204" y="241205"/>
                </a:lnTo>
                <a:cubicBezTo>
                  <a:pt x="319207" y="247955"/>
                  <a:pt x="319403" y="255622"/>
                  <a:pt x="316747" y="262516"/>
                </a:cubicBezTo>
                <a:cubicBezTo>
                  <a:pt x="314092" y="269410"/>
                  <a:pt x="308803" y="274965"/>
                  <a:pt x="302048" y="277956"/>
                </a:cubicBezTo>
                <a:lnTo>
                  <a:pt x="294602" y="281263"/>
                </a:lnTo>
                <a:cubicBezTo>
                  <a:pt x="281108" y="287255"/>
                  <a:pt x="265785" y="287632"/>
                  <a:pt x="252013" y="282311"/>
                </a:cubicBezTo>
                <a:lnTo>
                  <a:pt x="234318" y="275506"/>
                </a:lnTo>
                <a:cubicBezTo>
                  <a:pt x="227306" y="272805"/>
                  <a:pt x="223809" y="264934"/>
                  <a:pt x="226505" y="257920"/>
                </a:cubicBezTo>
                <a:lnTo>
                  <a:pt x="246745" y="205421"/>
                </a:lnTo>
                <a:cubicBezTo>
                  <a:pt x="249446" y="198402"/>
                  <a:pt x="257327" y="194903"/>
                  <a:pt x="264345" y="197608"/>
                </a:cubicBezTo>
                <a:close/>
                <a:moveTo>
                  <a:pt x="0" y="0"/>
                </a:moveTo>
                <a:moveTo>
                  <a:pt x="48919" y="160558"/>
                </a:moveTo>
                <a:lnTo>
                  <a:pt x="236605" y="231609"/>
                </a:lnTo>
              </a:path>
            </a:pathLst>
          </a:custGeom>
          <a:noFill/>
          <a:ln w="1361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84240" y="5456437"/>
            <a:ext cx="1184718" cy="217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E88E6"/>
                </a:solidFill>
                <a:latin typeface="Roboto"/>
              </a:rPr>
              <a:t>High Recovery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4240" y="5779116"/>
            <a:ext cx="1956152" cy="163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  <a:latin typeface="Roboto"/>
              </a:rPr>
              <a:t>Longer recovery times, data loss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50069" y="2612137"/>
            <a:ext cx="2286000" cy="2286000"/>
          </a:xfrm>
          <a:custGeom>
            <a:avLst/>
            <a:gdLst/>
            <a:ahLst/>
            <a:cxnLst/>
            <a:rect l="0" t="0" r="0" b="0"/>
            <a:pathLst>
              <a:path w="2286000" h="2286000">
                <a:moveTo>
                  <a:pt x="0" y="1143000"/>
                </a:moveTo>
                <a:cubicBezTo>
                  <a:pt x="0" y="1774259"/>
                  <a:pt x="511740" y="2286000"/>
                  <a:pt x="1143000" y="2286000"/>
                </a:cubicBezTo>
                <a:cubicBezTo>
                  <a:pt x="1774259" y="2286000"/>
                  <a:pt x="2286000" y="1774259"/>
                  <a:pt x="2286000" y="1143000"/>
                </a:cubicBezTo>
                <a:cubicBezTo>
                  <a:pt x="2286000" y="511740"/>
                  <a:pt x="1774259" y="0"/>
                  <a:pt x="1143000" y="0"/>
                </a:cubicBezTo>
                <a:cubicBezTo>
                  <a:pt x="511740" y="0"/>
                  <a:pt x="0" y="511740"/>
                  <a:pt x="0" y="1143000"/>
                </a:cubicBezTo>
              </a:path>
            </a:pathLst>
          </a:custGeom>
          <a:solidFill>
            <a:srgbClr val="A3A3A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50069" y="2612138"/>
            <a:ext cx="2286000" cy="2285999"/>
          </a:xfrm>
          <a:custGeom>
            <a:avLst/>
            <a:gdLst/>
            <a:ahLst/>
            <a:cxnLst/>
            <a:rect l="0" t="0" r="0" b="0"/>
            <a:pathLst>
              <a:path w="2286000" h="2285999">
                <a:moveTo>
                  <a:pt x="0" y="1142999"/>
                </a:moveTo>
                <a:cubicBezTo>
                  <a:pt x="0" y="1774261"/>
                  <a:pt x="511738" y="2285999"/>
                  <a:pt x="1143000" y="2285999"/>
                </a:cubicBezTo>
                <a:cubicBezTo>
                  <a:pt x="1774261" y="2285999"/>
                  <a:pt x="2286000" y="1774261"/>
                  <a:pt x="2286000" y="1142999"/>
                </a:cubicBezTo>
                <a:cubicBezTo>
                  <a:pt x="2286000" y="511738"/>
                  <a:pt x="1774261" y="0"/>
                  <a:pt x="1143000" y="0"/>
                </a:cubicBezTo>
                <a:cubicBezTo>
                  <a:pt x="511738" y="0"/>
                  <a:pt x="0" y="511738"/>
                  <a:pt x="0" y="1142999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64269" y="1926337"/>
            <a:ext cx="1595151" cy="1595151"/>
          </a:xfrm>
          <a:custGeom>
            <a:avLst/>
            <a:gdLst/>
            <a:ahLst/>
            <a:cxnLst/>
            <a:rect l="0" t="0" r="0" b="0"/>
            <a:pathLst>
              <a:path w="1595151" h="1595151">
                <a:moveTo>
                  <a:pt x="0" y="800100"/>
                </a:moveTo>
                <a:cubicBezTo>
                  <a:pt x="0" y="358216"/>
                  <a:pt x="358216" y="0"/>
                  <a:pt x="800100" y="0"/>
                </a:cubicBezTo>
                <a:cubicBezTo>
                  <a:pt x="1211418" y="0"/>
                  <a:pt x="1550241" y="310381"/>
                  <a:pt x="1595151" y="709698"/>
                </a:cubicBezTo>
                <a:cubicBezTo>
                  <a:pt x="1151372" y="801881"/>
                  <a:pt x="801881" y="1151372"/>
                  <a:pt x="709698" y="1595151"/>
                </a:cubicBezTo>
                <a:cubicBezTo>
                  <a:pt x="310381" y="1550241"/>
                  <a:pt x="0" y="1211418"/>
                  <a:pt x="0" y="800100"/>
                </a:cubicBezTo>
              </a:path>
            </a:pathLst>
          </a:custGeom>
          <a:solidFill>
            <a:srgbClr val="DC833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64269" y="1926337"/>
            <a:ext cx="1600199" cy="1600204"/>
          </a:xfrm>
          <a:custGeom>
            <a:avLst/>
            <a:gdLst/>
            <a:ahLst/>
            <a:cxnLst/>
            <a:rect l="0" t="0" r="0" b="0"/>
            <a:pathLst>
              <a:path w="1600199" h="1600204">
                <a:moveTo>
                  <a:pt x="0" y="800100"/>
                </a:moveTo>
                <a:cubicBezTo>
                  <a:pt x="0" y="358217"/>
                  <a:pt x="358217" y="0"/>
                  <a:pt x="800100" y="0"/>
                </a:cubicBezTo>
                <a:cubicBezTo>
                  <a:pt x="1211419" y="0"/>
                  <a:pt x="1550246" y="310377"/>
                  <a:pt x="1595149" y="709701"/>
                </a:cubicBezTo>
                <a:cubicBezTo>
                  <a:pt x="1151374" y="801880"/>
                  <a:pt x="801880" y="1151374"/>
                  <a:pt x="709701" y="1595149"/>
                </a:cubicBezTo>
                <a:cubicBezTo>
                  <a:pt x="310377" y="1550246"/>
                  <a:pt x="0" y="1211419"/>
                  <a:pt x="0" y="800100"/>
                </a:cubicBezTo>
                <a:close/>
                <a:moveTo>
                  <a:pt x="1600199" y="800104"/>
                </a:moveTo>
                <a:cubicBezTo>
                  <a:pt x="1600199" y="1241987"/>
                  <a:pt x="1241982" y="1600204"/>
                  <a:pt x="800099" y="1600204"/>
                </a:cubicBezTo>
                <a:cubicBezTo>
                  <a:pt x="769535" y="1600204"/>
                  <a:pt x="739373" y="1598490"/>
                  <a:pt x="709700" y="1595154"/>
                </a:cubicBezTo>
                <a:cubicBezTo>
                  <a:pt x="801880" y="1151378"/>
                  <a:pt x="1151374" y="801884"/>
                  <a:pt x="1595149" y="709705"/>
                </a:cubicBezTo>
                <a:cubicBezTo>
                  <a:pt x="1598486" y="739377"/>
                  <a:pt x="1600199" y="769540"/>
                  <a:pt x="1600199" y="800104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64269" y="3988776"/>
            <a:ext cx="1595151" cy="1595151"/>
          </a:xfrm>
          <a:custGeom>
            <a:avLst/>
            <a:gdLst/>
            <a:ahLst/>
            <a:cxnLst/>
            <a:rect l="0" t="0" r="0" b="0"/>
            <a:pathLst>
              <a:path w="1595151" h="1595151">
                <a:moveTo>
                  <a:pt x="800100" y="1595151"/>
                </a:moveTo>
                <a:cubicBezTo>
                  <a:pt x="358216" y="1595151"/>
                  <a:pt x="0" y="1236935"/>
                  <a:pt x="0" y="795051"/>
                </a:cubicBezTo>
                <a:cubicBezTo>
                  <a:pt x="0" y="383733"/>
                  <a:pt x="310381" y="44900"/>
                  <a:pt x="709698" y="0"/>
                </a:cubicBezTo>
                <a:cubicBezTo>
                  <a:pt x="801881" y="443779"/>
                  <a:pt x="1151372" y="793270"/>
                  <a:pt x="1595151" y="885453"/>
                </a:cubicBezTo>
                <a:cubicBezTo>
                  <a:pt x="1550241" y="1284770"/>
                  <a:pt x="1211418" y="1595151"/>
                  <a:pt x="800100" y="1595151"/>
                </a:cubicBezTo>
              </a:path>
            </a:pathLst>
          </a:custGeom>
          <a:solidFill>
            <a:srgbClr val="DDC91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64269" y="3983737"/>
            <a:ext cx="1600199" cy="1600191"/>
          </a:xfrm>
          <a:custGeom>
            <a:avLst/>
            <a:gdLst/>
            <a:ahLst/>
            <a:cxnLst/>
            <a:rect l="0" t="0" r="0" b="0"/>
            <a:pathLst>
              <a:path w="1600199" h="1600191">
                <a:moveTo>
                  <a:pt x="800100" y="1600191"/>
                </a:moveTo>
                <a:cubicBezTo>
                  <a:pt x="358217" y="1600191"/>
                  <a:pt x="0" y="1241974"/>
                  <a:pt x="0" y="800091"/>
                </a:cubicBezTo>
                <a:cubicBezTo>
                  <a:pt x="0" y="388771"/>
                  <a:pt x="310377" y="49944"/>
                  <a:pt x="709701" y="5041"/>
                </a:cubicBezTo>
                <a:cubicBezTo>
                  <a:pt x="801880" y="448817"/>
                  <a:pt x="1151374" y="798311"/>
                  <a:pt x="1595149" y="890490"/>
                </a:cubicBezTo>
                <a:cubicBezTo>
                  <a:pt x="1550246" y="1289813"/>
                  <a:pt x="1211419" y="1600191"/>
                  <a:pt x="800100" y="1600191"/>
                </a:cubicBezTo>
                <a:close/>
                <a:moveTo>
                  <a:pt x="1600199" y="800100"/>
                </a:moveTo>
                <a:cubicBezTo>
                  <a:pt x="1600199" y="358217"/>
                  <a:pt x="1241982" y="0"/>
                  <a:pt x="800099" y="0"/>
                </a:cubicBezTo>
                <a:cubicBezTo>
                  <a:pt x="769535" y="0"/>
                  <a:pt x="739373" y="1713"/>
                  <a:pt x="709700" y="5050"/>
                </a:cubicBezTo>
                <a:cubicBezTo>
                  <a:pt x="801880" y="448825"/>
                  <a:pt x="1151374" y="798319"/>
                  <a:pt x="1595149" y="890498"/>
                </a:cubicBezTo>
                <a:cubicBezTo>
                  <a:pt x="1598486" y="860826"/>
                  <a:pt x="1600199" y="830663"/>
                  <a:pt x="1600199" y="800100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826718" y="3988776"/>
            <a:ext cx="1595151" cy="1595151"/>
          </a:xfrm>
          <a:custGeom>
            <a:avLst/>
            <a:gdLst/>
            <a:ahLst/>
            <a:cxnLst/>
            <a:rect l="0" t="0" r="0" b="0"/>
            <a:pathLst>
              <a:path w="1595151" h="1595151">
                <a:moveTo>
                  <a:pt x="1595151" y="795051"/>
                </a:moveTo>
                <a:cubicBezTo>
                  <a:pt x="1595151" y="1236935"/>
                  <a:pt x="1236935" y="1595151"/>
                  <a:pt x="795051" y="1595151"/>
                </a:cubicBezTo>
                <a:cubicBezTo>
                  <a:pt x="383733" y="1595151"/>
                  <a:pt x="44900" y="1284770"/>
                  <a:pt x="0" y="885453"/>
                </a:cubicBezTo>
                <a:cubicBezTo>
                  <a:pt x="443779" y="793270"/>
                  <a:pt x="793270" y="443779"/>
                  <a:pt x="885453" y="0"/>
                </a:cubicBezTo>
                <a:cubicBezTo>
                  <a:pt x="1284770" y="44900"/>
                  <a:pt x="1595151" y="383733"/>
                  <a:pt x="1595151" y="795051"/>
                </a:cubicBezTo>
              </a:path>
            </a:pathLst>
          </a:custGeom>
          <a:solidFill>
            <a:srgbClr val="91BB3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821669" y="3983737"/>
            <a:ext cx="1600200" cy="1600191"/>
          </a:xfrm>
          <a:custGeom>
            <a:avLst/>
            <a:gdLst/>
            <a:ahLst/>
            <a:cxnLst/>
            <a:rect l="0" t="0" r="0" b="0"/>
            <a:pathLst>
              <a:path w="1600200" h="1600191">
                <a:moveTo>
                  <a:pt x="1600200" y="800091"/>
                </a:moveTo>
                <a:cubicBezTo>
                  <a:pt x="1600200" y="1241974"/>
                  <a:pt x="1241983" y="1600191"/>
                  <a:pt x="800100" y="1600191"/>
                </a:cubicBezTo>
                <a:cubicBezTo>
                  <a:pt x="388780" y="1600191"/>
                  <a:pt x="49953" y="1289813"/>
                  <a:pt x="5050" y="890490"/>
                </a:cubicBezTo>
                <a:cubicBezTo>
                  <a:pt x="448826" y="798311"/>
                  <a:pt x="798320" y="448817"/>
                  <a:pt x="890499" y="5041"/>
                </a:cubicBezTo>
                <a:cubicBezTo>
                  <a:pt x="1289822" y="49944"/>
                  <a:pt x="1600200" y="388771"/>
                  <a:pt x="1600200" y="800091"/>
                </a:cubicBezTo>
                <a:close/>
                <a:moveTo>
                  <a:pt x="0" y="800100"/>
                </a:moveTo>
                <a:cubicBezTo>
                  <a:pt x="0" y="358217"/>
                  <a:pt x="358217" y="0"/>
                  <a:pt x="800100" y="0"/>
                </a:cubicBezTo>
                <a:cubicBezTo>
                  <a:pt x="830663" y="0"/>
                  <a:pt x="860826" y="1713"/>
                  <a:pt x="890498" y="5050"/>
                </a:cubicBezTo>
                <a:cubicBezTo>
                  <a:pt x="798319" y="448825"/>
                  <a:pt x="448825" y="798319"/>
                  <a:pt x="5050" y="890498"/>
                </a:cubicBezTo>
                <a:cubicBezTo>
                  <a:pt x="1713" y="860826"/>
                  <a:pt x="0" y="830663"/>
                  <a:pt x="0" y="800100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718" y="1926337"/>
            <a:ext cx="1595151" cy="1595151"/>
          </a:xfrm>
          <a:custGeom>
            <a:avLst/>
            <a:gdLst/>
            <a:ahLst/>
            <a:cxnLst/>
            <a:rect l="0" t="0" r="0" b="0"/>
            <a:pathLst>
              <a:path w="1595151" h="1595151">
                <a:moveTo>
                  <a:pt x="1595151" y="800100"/>
                </a:moveTo>
                <a:cubicBezTo>
                  <a:pt x="1595151" y="358216"/>
                  <a:pt x="1236935" y="0"/>
                  <a:pt x="795051" y="0"/>
                </a:cubicBezTo>
                <a:cubicBezTo>
                  <a:pt x="383733" y="0"/>
                  <a:pt x="44900" y="310381"/>
                  <a:pt x="0" y="709698"/>
                </a:cubicBezTo>
                <a:cubicBezTo>
                  <a:pt x="443779" y="801881"/>
                  <a:pt x="793270" y="1151372"/>
                  <a:pt x="885453" y="1595151"/>
                </a:cubicBezTo>
                <a:cubicBezTo>
                  <a:pt x="1284770" y="1550241"/>
                  <a:pt x="1595151" y="1211418"/>
                  <a:pt x="1595151" y="800100"/>
                </a:cubicBezTo>
              </a:path>
            </a:pathLst>
          </a:custGeom>
          <a:solidFill>
            <a:srgbClr val="3BC48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821669" y="1926337"/>
            <a:ext cx="1600200" cy="1600204"/>
          </a:xfrm>
          <a:custGeom>
            <a:avLst/>
            <a:gdLst/>
            <a:ahLst/>
            <a:cxnLst/>
            <a:rect l="0" t="0" r="0" b="0"/>
            <a:pathLst>
              <a:path w="1600200" h="1600204">
                <a:moveTo>
                  <a:pt x="1600200" y="800100"/>
                </a:moveTo>
                <a:cubicBezTo>
                  <a:pt x="1600200" y="358217"/>
                  <a:pt x="1241983" y="0"/>
                  <a:pt x="800100" y="0"/>
                </a:cubicBezTo>
                <a:cubicBezTo>
                  <a:pt x="388780" y="0"/>
                  <a:pt x="49953" y="310377"/>
                  <a:pt x="5050" y="709701"/>
                </a:cubicBezTo>
                <a:cubicBezTo>
                  <a:pt x="448826" y="801880"/>
                  <a:pt x="798320" y="1151374"/>
                  <a:pt x="890499" y="1595149"/>
                </a:cubicBezTo>
                <a:cubicBezTo>
                  <a:pt x="1289822" y="1550246"/>
                  <a:pt x="1600200" y="1211419"/>
                  <a:pt x="1600200" y="800100"/>
                </a:cubicBezTo>
                <a:close/>
                <a:moveTo>
                  <a:pt x="800100" y="1600204"/>
                </a:moveTo>
                <a:cubicBezTo>
                  <a:pt x="358217" y="1600204"/>
                  <a:pt x="0" y="1241987"/>
                  <a:pt x="0" y="800104"/>
                </a:cubicBezTo>
                <a:cubicBezTo>
                  <a:pt x="0" y="769540"/>
                  <a:pt x="1713" y="739377"/>
                  <a:pt x="5050" y="709705"/>
                </a:cubicBezTo>
                <a:cubicBezTo>
                  <a:pt x="448825" y="801884"/>
                  <a:pt x="798319" y="1151378"/>
                  <a:pt x="890498" y="1595154"/>
                </a:cubicBezTo>
                <a:cubicBezTo>
                  <a:pt x="860826" y="1598490"/>
                  <a:pt x="830663" y="1600204"/>
                  <a:pt x="800100" y="1600204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5067" y="1090129"/>
            <a:ext cx="4615929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Roboto"/>
              </a:rPr>
              <a:t>Whiteboard's Digital Collaboration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0069" y="1600285"/>
            <a:ext cx="13565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DC8331"/>
                </a:solidFill>
                <a:latin typeface="Roboto"/>
              </a:rPr>
              <a:t>Secure
Communication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9044" y="1600285"/>
            <a:ext cx="114749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BC482"/>
                </a:solidFill>
                <a:latin typeface="Roboto"/>
              </a:rPr>
              <a:t>Real-time
Collaboration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73844" y="2335912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438150" h="438150">
                <a:moveTo>
                  <a:pt x="285750" y="285769"/>
                </a:moveTo>
                <a:lnTo>
                  <a:pt x="419100" y="285769"/>
                </a:lnTo>
                <a:cubicBezTo>
                  <a:pt x="419100" y="285769"/>
                  <a:pt x="438150" y="285769"/>
                  <a:pt x="438150" y="304819"/>
                </a:cubicBezTo>
                <a:lnTo>
                  <a:pt x="438150" y="419100"/>
                </a:lnTo>
                <a:cubicBezTo>
                  <a:pt x="438150" y="419100"/>
                  <a:pt x="438150" y="438150"/>
                  <a:pt x="419100" y="438150"/>
                </a:cubicBezTo>
                <a:lnTo>
                  <a:pt x="285750" y="438150"/>
                </a:lnTo>
                <a:cubicBezTo>
                  <a:pt x="285750" y="438150"/>
                  <a:pt x="266700" y="438150"/>
                  <a:pt x="266700" y="419100"/>
                </a:cubicBezTo>
                <a:lnTo>
                  <a:pt x="266700" y="304819"/>
                </a:lnTo>
                <a:cubicBezTo>
                  <a:pt x="266700" y="304819"/>
                  <a:pt x="266700" y="285769"/>
                  <a:pt x="285750" y="285769"/>
                </a:cubicBezTo>
                <a:moveTo>
                  <a:pt x="328612" y="363150"/>
                </a:moveTo>
                <a:cubicBezTo>
                  <a:pt x="328612" y="376301"/>
                  <a:pt x="339273" y="386962"/>
                  <a:pt x="352425" y="386962"/>
                </a:cubicBezTo>
                <a:cubicBezTo>
                  <a:pt x="365576" y="386962"/>
                  <a:pt x="376237" y="376301"/>
                  <a:pt x="376237" y="363150"/>
                </a:cubicBezTo>
                <a:cubicBezTo>
                  <a:pt x="376237" y="349998"/>
                  <a:pt x="365576" y="339337"/>
                  <a:pt x="352425" y="339337"/>
                </a:cubicBezTo>
                <a:cubicBezTo>
                  <a:pt x="339273" y="339337"/>
                  <a:pt x="328612" y="349998"/>
                  <a:pt x="328612" y="363150"/>
                </a:cubicBezTo>
                <a:moveTo>
                  <a:pt x="400050" y="257175"/>
                </a:moveTo>
                <a:cubicBezTo>
                  <a:pt x="400050" y="230872"/>
                  <a:pt x="378727" y="209550"/>
                  <a:pt x="352425" y="209550"/>
                </a:cubicBezTo>
                <a:cubicBezTo>
                  <a:pt x="326122" y="209550"/>
                  <a:pt x="304800" y="230872"/>
                  <a:pt x="304800" y="257175"/>
                </a:cubicBezTo>
                <a:lnTo>
                  <a:pt x="304800" y="285750"/>
                </a:lnTo>
                <a:lnTo>
                  <a:pt x="400050" y="285750"/>
                </a:lnTo>
                <a:close/>
                <a:moveTo>
                  <a:pt x="238125" y="266700"/>
                </a:moveTo>
                <a:lnTo>
                  <a:pt x="152400" y="266700"/>
                </a:lnTo>
                <a:lnTo>
                  <a:pt x="76200" y="342900"/>
                </a:lnTo>
                <a:lnTo>
                  <a:pt x="76200" y="266700"/>
                </a:lnTo>
                <a:lnTo>
                  <a:pt x="19050" y="266700"/>
                </a:lnTo>
                <a:cubicBezTo>
                  <a:pt x="8528" y="266700"/>
                  <a:pt x="0" y="258171"/>
                  <a:pt x="0" y="247650"/>
                </a:cubicBezTo>
                <a:lnTo>
                  <a:pt x="0" y="19050"/>
                </a:lnTo>
                <a:cubicBezTo>
                  <a:pt x="0" y="8528"/>
                  <a:pt x="8528" y="0"/>
                  <a:pt x="19050" y="0"/>
                </a:cubicBezTo>
                <a:lnTo>
                  <a:pt x="381000" y="0"/>
                </a:lnTo>
                <a:cubicBezTo>
                  <a:pt x="391521" y="0"/>
                  <a:pt x="400050" y="8528"/>
                  <a:pt x="400050" y="19050"/>
                </a:cubicBezTo>
                <a:lnTo>
                  <a:pt x="400050" y="171450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574144" y="2335912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438150" h="438150">
                <a:moveTo>
                  <a:pt x="42862" y="309562"/>
                </a:moveTo>
                <a:cubicBezTo>
                  <a:pt x="42862" y="333234"/>
                  <a:pt x="62052" y="352425"/>
                  <a:pt x="85725" y="352425"/>
                </a:cubicBezTo>
                <a:cubicBezTo>
                  <a:pt x="109397" y="352425"/>
                  <a:pt x="128587" y="333234"/>
                  <a:pt x="128587" y="309562"/>
                </a:cubicBezTo>
                <a:cubicBezTo>
                  <a:pt x="128587" y="285890"/>
                  <a:pt x="109397" y="266700"/>
                  <a:pt x="85725" y="266700"/>
                </a:cubicBezTo>
                <a:cubicBezTo>
                  <a:pt x="62052" y="266700"/>
                  <a:pt x="42862" y="285890"/>
                  <a:pt x="42862" y="309562"/>
                </a:cubicBezTo>
                <a:close/>
                <a:moveTo>
                  <a:pt x="171450" y="438150"/>
                </a:moveTo>
                <a:cubicBezTo>
                  <a:pt x="161457" y="398963"/>
                  <a:pt x="126165" y="371541"/>
                  <a:pt x="85725" y="371541"/>
                </a:cubicBezTo>
                <a:cubicBezTo>
                  <a:pt x="45284" y="371541"/>
                  <a:pt x="9992" y="398963"/>
                  <a:pt x="0" y="438150"/>
                </a:cubicBezTo>
                <a:moveTo>
                  <a:pt x="309562" y="309562"/>
                </a:moveTo>
                <a:cubicBezTo>
                  <a:pt x="309562" y="333234"/>
                  <a:pt x="328752" y="352425"/>
                  <a:pt x="352425" y="352425"/>
                </a:cubicBezTo>
                <a:cubicBezTo>
                  <a:pt x="376097" y="352425"/>
                  <a:pt x="395287" y="333234"/>
                  <a:pt x="395287" y="309562"/>
                </a:cubicBezTo>
                <a:cubicBezTo>
                  <a:pt x="395287" y="285890"/>
                  <a:pt x="376097" y="266700"/>
                  <a:pt x="352425" y="266700"/>
                </a:cubicBezTo>
                <a:cubicBezTo>
                  <a:pt x="328752" y="266700"/>
                  <a:pt x="309562" y="285890"/>
                  <a:pt x="309562" y="309562"/>
                </a:cubicBezTo>
                <a:close/>
                <a:moveTo>
                  <a:pt x="266700" y="438150"/>
                </a:moveTo>
                <a:cubicBezTo>
                  <a:pt x="276692" y="398963"/>
                  <a:pt x="311984" y="371541"/>
                  <a:pt x="352425" y="371541"/>
                </a:cubicBezTo>
                <a:cubicBezTo>
                  <a:pt x="392865" y="371541"/>
                  <a:pt x="428157" y="398963"/>
                  <a:pt x="438150" y="438150"/>
                </a:cubicBezTo>
                <a:moveTo>
                  <a:pt x="176212" y="290512"/>
                </a:moveTo>
                <a:cubicBezTo>
                  <a:pt x="176212" y="314184"/>
                  <a:pt x="195402" y="333375"/>
                  <a:pt x="219075" y="333375"/>
                </a:cubicBezTo>
                <a:cubicBezTo>
                  <a:pt x="242747" y="333375"/>
                  <a:pt x="261937" y="314184"/>
                  <a:pt x="261937" y="290512"/>
                </a:cubicBezTo>
                <a:cubicBezTo>
                  <a:pt x="261937" y="266840"/>
                  <a:pt x="242747" y="247650"/>
                  <a:pt x="219075" y="247650"/>
                </a:cubicBezTo>
                <a:cubicBezTo>
                  <a:pt x="195402" y="247650"/>
                  <a:pt x="176212" y="266840"/>
                  <a:pt x="176212" y="290512"/>
                </a:cubicBezTo>
                <a:close/>
                <a:moveTo>
                  <a:pt x="293655" y="394201"/>
                </a:moveTo>
                <a:cubicBezTo>
                  <a:pt x="277696" y="368331"/>
                  <a:pt x="249471" y="352579"/>
                  <a:pt x="219075" y="352579"/>
                </a:cubicBezTo>
                <a:cubicBezTo>
                  <a:pt x="188678" y="352579"/>
                  <a:pt x="160453" y="368331"/>
                  <a:pt x="144494" y="394201"/>
                </a:cubicBezTo>
                <a:moveTo>
                  <a:pt x="133350" y="0"/>
                </a:moveTo>
                <a:lnTo>
                  <a:pt x="104775" y="28575"/>
                </a:lnTo>
                <a:moveTo>
                  <a:pt x="104775" y="0"/>
                </a:moveTo>
                <a:lnTo>
                  <a:pt x="133350" y="28575"/>
                </a:lnTo>
                <a:moveTo>
                  <a:pt x="323850" y="19050"/>
                </a:moveTo>
                <a:lnTo>
                  <a:pt x="295275" y="47625"/>
                </a:lnTo>
                <a:moveTo>
                  <a:pt x="295275" y="19050"/>
                </a:moveTo>
                <a:lnTo>
                  <a:pt x="323850" y="47625"/>
                </a:lnTo>
                <a:moveTo>
                  <a:pt x="419100" y="95250"/>
                </a:moveTo>
                <a:lnTo>
                  <a:pt x="390525" y="123825"/>
                </a:lnTo>
                <a:moveTo>
                  <a:pt x="390525" y="95250"/>
                </a:moveTo>
                <a:lnTo>
                  <a:pt x="419100" y="123825"/>
                </a:lnTo>
                <a:moveTo>
                  <a:pt x="47625" y="66675"/>
                </a:moveTo>
                <a:lnTo>
                  <a:pt x="19050" y="95250"/>
                </a:lnTo>
                <a:moveTo>
                  <a:pt x="19050" y="66675"/>
                </a:moveTo>
                <a:lnTo>
                  <a:pt x="47625" y="95250"/>
                </a:lnTo>
                <a:moveTo>
                  <a:pt x="282701" y="200558"/>
                </a:moveTo>
                <a:cubicBezTo>
                  <a:pt x="297990" y="162342"/>
                  <a:pt x="326772" y="131066"/>
                  <a:pt x="363588" y="112661"/>
                </a:cubicBezTo>
                <a:moveTo>
                  <a:pt x="161925" y="28575"/>
                </a:moveTo>
                <a:lnTo>
                  <a:pt x="169430" y="32385"/>
                </a:lnTo>
                <a:cubicBezTo>
                  <a:pt x="212333" y="53824"/>
                  <a:pt x="241684" y="95285"/>
                  <a:pt x="247650" y="142875"/>
                </a:cubicBezTo>
                <a:lnTo>
                  <a:pt x="247650" y="142875"/>
                </a:lnTo>
                <a:moveTo>
                  <a:pt x="85725" y="85725"/>
                </a:moveTo>
                <a:lnTo>
                  <a:pt x="85725" y="85725"/>
                </a:lnTo>
                <a:cubicBezTo>
                  <a:pt x="144873" y="97549"/>
                  <a:pt x="193566" y="139375"/>
                  <a:pt x="214179" y="196062"/>
                </a:cubicBezTo>
                <a:lnTo>
                  <a:pt x="219075" y="209550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6139" y="2167646"/>
            <a:ext cx="1560480" cy="6857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484848"/>
                </a:solidFill>
                <a:latin typeface="Roboto"/>
              </a:rPr>
              <a:t>Ensures confidential and
protected
communication
channels for teams.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9044" y="2167646"/>
            <a:ext cx="1247308" cy="6857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84848"/>
                </a:solidFill>
                <a:latin typeface="Roboto"/>
              </a:rPr>
              <a:t>Enables seamless
teamwork and idea
sharing across
distances.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95661" y="3428996"/>
            <a:ext cx="1194844" cy="9143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oboto"/>
              </a:rPr>
              <a:t>Whiteboard
Digital
Collaboration
Platform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73844" y="4736212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438150" h="438150">
                <a:moveTo>
                  <a:pt x="247650" y="266700"/>
                </a:moveTo>
                <a:lnTo>
                  <a:pt x="419100" y="266700"/>
                </a:lnTo>
                <a:cubicBezTo>
                  <a:pt x="429621" y="266700"/>
                  <a:pt x="438150" y="258171"/>
                  <a:pt x="438150" y="247650"/>
                </a:cubicBezTo>
                <a:lnTo>
                  <a:pt x="438150" y="19050"/>
                </a:lnTo>
                <a:cubicBezTo>
                  <a:pt x="438150" y="8528"/>
                  <a:pt x="429621" y="0"/>
                  <a:pt x="419100" y="0"/>
                </a:cubicBezTo>
                <a:lnTo>
                  <a:pt x="190500" y="0"/>
                </a:lnTo>
                <a:moveTo>
                  <a:pt x="266700" y="114300"/>
                </a:moveTo>
                <a:lnTo>
                  <a:pt x="304800" y="114300"/>
                </a:lnTo>
                <a:lnTo>
                  <a:pt x="304800" y="209550"/>
                </a:lnTo>
                <a:lnTo>
                  <a:pt x="266700" y="209550"/>
                </a:lnTo>
                <a:close/>
                <a:moveTo>
                  <a:pt x="342900" y="76200"/>
                </a:moveTo>
                <a:lnTo>
                  <a:pt x="381000" y="76200"/>
                </a:lnTo>
                <a:lnTo>
                  <a:pt x="381000" y="209550"/>
                </a:lnTo>
                <a:lnTo>
                  <a:pt x="342900" y="209550"/>
                </a:lnTo>
                <a:close/>
                <a:moveTo>
                  <a:pt x="95250" y="257175"/>
                </a:moveTo>
                <a:lnTo>
                  <a:pt x="95250" y="200025"/>
                </a:lnTo>
                <a:moveTo>
                  <a:pt x="133350" y="438150"/>
                </a:moveTo>
                <a:lnTo>
                  <a:pt x="142875" y="323850"/>
                </a:lnTo>
                <a:lnTo>
                  <a:pt x="190500" y="323850"/>
                </a:lnTo>
                <a:lnTo>
                  <a:pt x="190500" y="257175"/>
                </a:lnTo>
                <a:cubicBezTo>
                  <a:pt x="190500" y="204569"/>
                  <a:pt x="147855" y="161925"/>
                  <a:pt x="95250" y="161925"/>
                </a:cubicBezTo>
                <a:cubicBezTo>
                  <a:pt x="42644" y="161925"/>
                  <a:pt x="0" y="204569"/>
                  <a:pt x="0" y="257175"/>
                </a:cubicBezTo>
                <a:lnTo>
                  <a:pt x="0" y="323850"/>
                </a:lnTo>
                <a:lnTo>
                  <a:pt x="47625" y="323850"/>
                </a:lnTo>
                <a:lnTo>
                  <a:pt x="57150" y="438150"/>
                </a:lnTo>
                <a:close/>
                <a:moveTo>
                  <a:pt x="161296" y="57664"/>
                </a:moveTo>
                <a:cubicBezTo>
                  <a:pt x="147454" y="63612"/>
                  <a:pt x="132546" y="66678"/>
                  <a:pt x="117481" y="66675"/>
                </a:cubicBezTo>
                <a:cubicBezTo>
                  <a:pt x="87424" y="66681"/>
                  <a:pt x="58657" y="54460"/>
                  <a:pt x="37795" y="32823"/>
                </a:cubicBezTo>
                <a:moveTo>
                  <a:pt x="28575" y="66675"/>
                </a:moveTo>
                <a:cubicBezTo>
                  <a:pt x="28575" y="103498"/>
                  <a:pt x="58426" y="133350"/>
                  <a:pt x="95250" y="133350"/>
                </a:cubicBezTo>
                <a:cubicBezTo>
                  <a:pt x="132073" y="133350"/>
                  <a:pt x="161925" y="103498"/>
                  <a:pt x="161925" y="66675"/>
                </a:cubicBezTo>
                <a:cubicBezTo>
                  <a:pt x="161925" y="29851"/>
                  <a:pt x="132073" y="0"/>
                  <a:pt x="95250" y="0"/>
                </a:cubicBezTo>
                <a:cubicBezTo>
                  <a:pt x="58426" y="0"/>
                  <a:pt x="28575" y="29851"/>
                  <a:pt x="28575" y="66675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574144" y="4736193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438150" h="438150">
                <a:moveTo>
                  <a:pt x="171430" y="190499"/>
                </a:moveTo>
                <a:cubicBezTo>
                  <a:pt x="171430" y="232584"/>
                  <a:pt x="205546" y="266700"/>
                  <a:pt x="247630" y="266700"/>
                </a:cubicBezTo>
                <a:cubicBezTo>
                  <a:pt x="289715" y="266700"/>
                  <a:pt x="323830" y="232584"/>
                  <a:pt x="323830" y="190499"/>
                </a:cubicBezTo>
                <a:cubicBezTo>
                  <a:pt x="323830" y="148415"/>
                  <a:pt x="289715" y="114300"/>
                  <a:pt x="247630" y="114300"/>
                </a:cubicBezTo>
                <a:cubicBezTo>
                  <a:pt x="205546" y="114300"/>
                  <a:pt x="171430" y="148415"/>
                  <a:pt x="171430" y="190499"/>
                </a:cubicBezTo>
                <a:close/>
                <a:moveTo>
                  <a:pt x="0" y="95250"/>
                </a:moveTo>
                <a:cubicBezTo>
                  <a:pt x="0" y="111031"/>
                  <a:pt x="12793" y="123825"/>
                  <a:pt x="28575" y="123825"/>
                </a:cubicBezTo>
                <a:cubicBezTo>
                  <a:pt x="44356" y="123825"/>
                  <a:pt x="57150" y="111031"/>
                  <a:pt x="57150" y="95250"/>
                </a:cubicBezTo>
                <a:cubicBezTo>
                  <a:pt x="57150" y="79468"/>
                  <a:pt x="44356" y="66675"/>
                  <a:pt x="28575" y="66675"/>
                </a:cubicBezTo>
                <a:cubicBezTo>
                  <a:pt x="12793" y="66675"/>
                  <a:pt x="0" y="79468"/>
                  <a:pt x="0" y="95250"/>
                </a:cubicBezTo>
                <a:close/>
                <a:moveTo>
                  <a:pt x="381000" y="28575"/>
                </a:moveTo>
                <a:cubicBezTo>
                  <a:pt x="381000" y="44356"/>
                  <a:pt x="393793" y="57150"/>
                  <a:pt x="409575" y="57150"/>
                </a:cubicBezTo>
                <a:cubicBezTo>
                  <a:pt x="425356" y="57150"/>
                  <a:pt x="438150" y="44356"/>
                  <a:pt x="438150" y="28575"/>
                </a:cubicBezTo>
                <a:cubicBezTo>
                  <a:pt x="438150" y="12793"/>
                  <a:pt x="425356" y="0"/>
                  <a:pt x="409575" y="0"/>
                </a:cubicBezTo>
                <a:cubicBezTo>
                  <a:pt x="393793" y="0"/>
                  <a:pt x="381000" y="12793"/>
                  <a:pt x="381000" y="28575"/>
                </a:cubicBezTo>
                <a:close/>
                <a:moveTo>
                  <a:pt x="0" y="409575"/>
                </a:moveTo>
                <a:cubicBezTo>
                  <a:pt x="0" y="425356"/>
                  <a:pt x="12793" y="438150"/>
                  <a:pt x="28575" y="438150"/>
                </a:cubicBezTo>
                <a:cubicBezTo>
                  <a:pt x="44356" y="438150"/>
                  <a:pt x="57150" y="425356"/>
                  <a:pt x="57150" y="409575"/>
                </a:cubicBezTo>
                <a:cubicBezTo>
                  <a:pt x="57150" y="393793"/>
                  <a:pt x="44356" y="381000"/>
                  <a:pt x="28575" y="381000"/>
                </a:cubicBezTo>
                <a:cubicBezTo>
                  <a:pt x="12793" y="381000"/>
                  <a:pt x="0" y="393793"/>
                  <a:pt x="0" y="409575"/>
                </a:cubicBezTo>
                <a:close/>
                <a:moveTo>
                  <a:pt x="219055" y="409575"/>
                </a:moveTo>
                <a:cubicBezTo>
                  <a:pt x="219055" y="425356"/>
                  <a:pt x="231849" y="438150"/>
                  <a:pt x="247630" y="438150"/>
                </a:cubicBezTo>
                <a:cubicBezTo>
                  <a:pt x="263412" y="438150"/>
                  <a:pt x="276205" y="425356"/>
                  <a:pt x="276205" y="409575"/>
                </a:cubicBezTo>
                <a:cubicBezTo>
                  <a:pt x="276205" y="393793"/>
                  <a:pt x="263412" y="381000"/>
                  <a:pt x="247630" y="381000"/>
                </a:cubicBezTo>
                <a:cubicBezTo>
                  <a:pt x="231849" y="381000"/>
                  <a:pt x="219055" y="393793"/>
                  <a:pt x="219055" y="409575"/>
                </a:cubicBezTo>
                <a:close/>
                <a:moveTo>
                  <a:pt x="48767" y="389362"/>
                </a:moveTo>
                <a:lnTo>
                  <a:pt x="193929" y="244563"/>
                </a:lnTo>
                <a:moveTo>
                  <a:pt x="301618" y="136721"/>
                </a:moveTo>
                <a:lnTo>
                  <a:pt x="389343" y="48787"/>
                </a:lnTo>
                <a:moveTo>
                  <a:pt x="54292" y="107632"/>
                </a:moveTo>
                <a:lnTo>
                  <a:pt x="177584" y="160496"/>
                </a:lnTo>
                <a:moveTo>
                  <a:pt x="382181" y="257727"/>
                </a:moveTo>
                <a:lnTo>
                  <a:pt x="313258" y="229247"/>
                </a:lnTo>
                <a:moveTo>
                  <a:pt x="247630" y="381000"/>
                </a:moveTo>
                <a:lnTo>
                  <a:pt x="247630" y="266700"/>
                </a:lnTo>
                <a:moveTo>
                  <a:pt x="381000" y="266700"/>
                </a:moveTo>
                <a:cubicBezTo>
                  <a:pt x="381000" y="282481"/>
                  <a:pt x="393793" y="295275"/>
                  <a:pt x="409575" y="295275"/>
                </a:cubicBezTo>
                <a:cubicBezTo>
                  <a:pt x="425356" y="295275"/>
                  <a:pt x="438150" y="282481"/>
                  <a:pt x="438150" y="266700"/>
                </a:cubicBezTo>
                <a:cubicBezTo>
                  <a:pt x="438150" y="250918"/>
                  <a:pt x="425356" y="238125"/>
                  <a:pt x="409575" y="238125"/>
                </a:cubicBezTo>
                <a:cubicBezTo>
                  <a:pt x="393793" y="238125"/>
                  <a:pt x="381000" y="250918"/>
                  <a:pt x="381000" y="266700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88288" y="4686299"/>
            <a:ext cx="112834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484848"/>
                </a:solidFill>
                <a:latin typeface="Roboto"/>
              </a:rPr>
              <a:t>Project
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9044" y="4686301"/>
            <a:ext cx="110132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91BB39"/>
                </a:solidFill>
                <a:latin typeface="Roboto"/>
              </a:rPr>
              <a:t>Data Sharing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9044" y="5025064"/>
            <a:ext cx="1508817" cy="6857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84848"/>
                </a:solidFill>
                <a:latin typeface="Roboto"/>
              </a:rPr>
              <a:t>Facilitates secure and
efficient data exchange
among distributed
teams.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998" y="5253578"/>
            <a:ext cx="1543592" cy="5142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484848"/>
                </a:solidFill>
                <a:latin typeface="Roboto"/>
              </a:rPr>
              <a:t>Provides centralized
control and organization
for project workflows.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173401" y="2555029"/>
            <a:ext cx="2857500" cy="1257300"/>
          </a:xfrm>
          <a:custGeom>
            <a:avLst/>
            <a:gdLst/>
            <a:ahLst/>
            <a:cxnLst/>
            <a:rect l="0" t="0" r="0" b="0"/>
            <a:pathLst>
              <a:path w="2857500" h="1257300">
                <a:moveTo>
                  <a:pt x="1371600" y="0"/>
                </a:moveTo>
                <a:lnTo>
                  <a:pt x="1485900" y="0"/>
                </a:lnTo>
                <a:lnTo>
                  <a:pt x="1485900" y="238667"/>
                </a:lnTo>
                <a:cubicBezTo>
                  <a:pt x="1694249" y="242658"/>
                  <a:pt x="1885483" y="268204"/>
                  <a:pt x="2057400" y="305962"/>
                </a:cubicBezTo>
                <a:lnTo>
                  <a:pt x="2057400" y="114300"/>
                </a:lnTo>
                <a:lnTo>
                  <a:pt x="2171700" y="114300"/>
                </a:lnTo>
                <a:lnTo>
                  <a:pt x="2171700" y="333508"/>
                </a:lnTo>
                <a:cubicBezTo>
                  <a:pt x="2404872" y="394763"/>
                  <a:pt x="2597515" y="476630"/>
                  <a:pt x="2743200" y="551754"/>
                </a:cubicBezTo>
                <a:lnTo>
                  <a:pt x="2743200" y="457200"/>
                </a:lnTo>
                <a:lnTo>
                  <a:pt x="2857500" y="457200"/>
                </a:lnTo>
                <a:lnTo>
                  <a:pt x="2857500" y="1257300"/>
                </a:lnTo>
                <a:lnTo>
                  <a:pt x="2742676" y="1257300"/>
                </a:lnTo>
                <a:cubicBezTo>
                  <a:pt x="2743028" y="1250994"/>
                  <a:pt x="2743200" y="1244641"/>
                  <a:pt x="2743200" y="1238250"/>
                </a:cubicBezTo>
                <a:cubicBezTo>
                  <a:pt x="2743200" y="1048873"/>
                  <a:pt x="2589676" y="895350"/>
                  <a:pt x="2400300" y="895350"/>
                </a:cubicBezTo>
                <a:cubicBezTo>
                  <a:pt x="2210923" y="895350"/>
                  <a:pt x="2057400" y="1048873"/>
                  <a:pt x="2057400" y="1238250"/>
                </a:cubicBezTo>
                <a:cubicBezTo>
                  <a:pt x="2057400" y="1244641"/>
                  <a:pt x="2057571" y="1250994"/>
                  <a:pt x="2057923" y="1257300"/>
                </a:cubicBezTo>
                <a:lnTo>
                  <a:pt x="1828800" y="1257300"/>
                </a:lnTo>
                <a:cubicBezTo>
                  <a:pt x="1828800" y="1036358"/>
                  <a:pt x="1649691" y="857250"/>
                  <a:pt x="1428750" y="857250"/>
                </a:cubicBezTo>
                <a:cubicBezTo>
                  <a:pt x="1207808" y="857250"/>
                  <a:pt x="1028700" y="1036358"/>
                  <a:pt x="1028700" y="1257300"/>
                </a:cubicBezTo>
                <a:lnTo>
                  <a:pt x="799576" y="1257300"/>
                </a:lnTo>
                <a:cubicBezTo>
                  <a:pt x="799928" y="1250994"/>
                  <a:pt x="800100" y="1244641"/>
                  <a:pt x="800100" y="1238250"/>
                </a:cubicBezTo>
                <a:cubicBezTo>
                  <a:pt x="800100" y="1048873"/>
                  <a:pt x="646576" y="895350"/>
                  <a:pt x="457200" y="895350"/>
                </a:cubicBezTo>
                <a:cubicBezTo>
                  <a:pt x="267823" y="895350"/>
                  <a:pt x="114300" y="1048873"/>
                  <a:pt x="114300" y="1238250"/>
                </a:cubicBezTo>
                <a:cubicBezTo>
                  <a:pt x="114300" y="1244641"/>
                  <a:pt x="114471" y="1250994"/>
                  <a:pt x="114823" y="1257300"/>
                </a:cubicBezTo>
                <a:lnTo>
                  <a:pt x="0" y="1257300"/>
                </a:lnTo>
                <a:lnTo>
                  <a:pt x="0" y="457200"/>
                </a:lnTo>
                <a:lnTo>
                  <a:pt x="114300" y="457200"/>
                </a:lnTo>
                <a:lnTo>
                  <a:pt x="114300" y="550202"/>
                </a:lnTo>
                <a:cubicBezTo>
                  <a:pt x="253498" y="476326"/>
                  <a:pt x="448751" y="394401"/>
                  <a:pt x="685800" y="333041"/>
                </a:cubicBezTo>
                <a:lnTo>
                  <a:pt x="685800" y="114300"/>
                </a:lnTo>
                <a:lnTo>
                  <a:pt x="800100" y="114300"/>
                </a:lnTo>
                <a:lnTo>
                  <a:pt x="800100" y="305847"/>
                </a:lnTo>
                <a:cubicBezTo>
                  <a:pt x="973178" y="268271"/>
                  <a:pt x="1165259" y="242716"/>
                  <a:pt x="1371600" y="238686"/>
                </a:cubicBezTo>
                <a:lnTo>
                  <a:pt x="1371600" y="0"/>
                </a:lnTo>
                <a:moveTo>
                  <a:pt x="800100" y="403402"/>
                </a:moveTo>
                <a:lnTo>
                  <a:pt x="800100" y="611781"/>
                </a:lnTo>
                <a:cubicBezTo>
                  <a:pt x="972664" y="573681"/>
                  <a:pt x="1164821" y="547601"/>
                  <a:pt x="1371600" y="543496"/>
                </a:cubicBezTo>
                <a:lnTo>
                  <a:pt x="1371600" y="333956"/>
                </a:lnTo>
                <a:cubicBezTo>
                  <a:pt x="1164355" y="338137"/>
                  <a:pt x="972111" y="364759"/>
                  <a:pt x="800100" y="403402"/>
                </a:cubicBezTo>
                <a:moveTo>
                  <a:pt x="1485900" y="333936"/>
                </a:moveTo>
                <a:lnTo>
                  <a:pt x="1485900" y="543477"/>
                </a:lnTo>
                <a:cubicBezTo>
                  <a:pt x="1694668" y="547544"/>
                  <a:pt x="1885930" y="573605"/>
                  <a:pt x="2057400" y="611914"/>
                </a:cubicBezTo>
                <a:lnTo>
                  <a:pt x="2057400" y="403564"/>
                </a:lnTo>
                <a:cubicBezTo>
                  <a:pt x="1886407" y="364674"/>
                  <a:pt x="1695107" y="338080"/>
                  <a:pt x="1485900" y="333936"/>
                </a:cubicBezTo>
                <a:moveTo>
                  <a:pt x="2171700" y="639956"/>
                </a:moveTo>
                <a:cubicBezTo>
                  <a:pt x="2407386" y="702973"/>
                  <a:pt x="2600220" y="787155"/>
                  <a:pt x="2743200" y="862650"/>
                </a:cubicBezTo>
                <a:lnTo>
                  <a:pt x="2743200" y="659482"/>
                </a:lnTo>
                <a:cubicBezTo>
                  <a:pt x="2603306" y="583749"/>
                  <a:pt x="2410234" y="497062"/>
                  <a:pt x="2171700" y="432111"/>
                </a:cubicBezTo>
                <a:lnTo>
                  <a:pt x="2171700" y="639956"/>
                </a:lnTo>
                <a:moveTo>
                  <a:pt x="114300" y="658872"/>
                </a:moveTo>
                <a:lnTo>
                  <a:pt x="114300" y="861488"/>
                </a:lnTo>
                <a:cubicBezTo>
                  <a:pt x="249173" y="787498"/>
                  <a:pt x="444979" y="702868"/>
                  <a:pt x="685800" y="639432"/>
                </a:cubicBezTo>
                <a:lnTo>
                  <a:pt x="685800" y="431539"/>
                </a:lnTo>
                <a:cubicBezTo>
                  <a:pt x="440502" y="497300"/>
                  <a:pt x="244001" y="585025"/>
                  <a:pt x="114300" y="658872"/>
                </a:cubicBez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173401" y="2555029"/>
            <a:ext cx="2857500" cy="1257300"/>
          </a:xfrm>
          <a:custGeom>
            <a:avLst/>
            <a:gdLst/>
            <a:ahLst/>
            <a:cxnLst/>
            <a:rect l="0" t="0" r="0" b="0"/>
            <a:pathLst>
              <a:path w="2857500" h="1257300">
                <a:moveTo>
                  <a:pt x="1371600" y="0"/>
                </a:moveTo>
                <a:lnTo>
                  <a:pt x="1485900" y="0"/>
                </a:lnTo>
                <a:lnTo>
                  <a:pt x="1485900" y="238671"/>
                </a:lnTo>
                <a:cubicBezTo>
                  <a:pt x="1694247" y="242661"/>
                  <a:pt x="1885479" y="268208"/>
                  <a:pt x="2057400" y="305962"/>
                </a:cubicBezTo>
                <a:lnTo>
                  <a:pt x="2057400" y="114300"/>
                </a:lnTo>
                <a:lnTo>
                  <a:pt x="2171700" y="114300"/>
                </a:lnTo>
                <a:lnTo>
                  <a:pt x="2171700" y="333511"/>
                </a:lnTo>
                <a:cubicBezTo>
                  <a:pt x="2404870" y="394760"/>
                  <a:pt x="2597511" y="476629"/>
                  <a:pt x="2743200" y="551757"/>
                </a:cubicBezTo>
                <a:lnTo>
                  <a:pt x="2743200" y="457200"/>
                </a:lnTo>
                <a:lnTo>
                  <a:pt x="2857500" y="457200"/>
                </a:lnTo>
                <a:lnTo>
                  <a:pt x="2857500" y="1257300"/>
                </a:lnTo>
                <a:lnTo>
                  <a:pt x="2742679" y="1257300"/>
                </a:lnTo>
                <a:cubicBezTo>
                  <a:pt x="2743024" y="1250994"/>
                  <a:pt x="2743200" y="1244642"/>
                  <a:pt x="2743200" y="1238250"/>
                </a:cubicBezTo>
                <a:cubicBezTo>
                  <a:pt x="2743200" y="1048872"/>
                  <a:pt x="2589678" y="895350"/>
                  <a:pt x="2400300" y="895350"/>
                </a:cubicBezTo>
                <a:cubicBezTo>
                  <a:pt x="2210921" y="895350"/>
                  <a:pt x="2057400" y="1048872"/>
                  <a:pt x="2057400" y="1238250"/>
                </a:cubicBezTo>
                <a:cubicBezTo>
                  <a:pt x="2057400" y="1244642"/>
                  <a:pt x="2057575" y="1250994"/>
                  <a:pt x="2057920" y="1257300"/>
                </a:cubicBezTo>
                <a:lnTo>
                  <a:pt x="1828800" y="1257300"/>
                </a:lnTo>
                <a:cubicBezTo>
                  <a:pt x="1828800" y="1036358"/>
                  <a:pt x="1649691" y="857250"/>
                  <a:pt x="1428750" y="857250"/>
                </a:cubicBezTo>
                <a:cubicBezTo>
                  <a:pt x="1207808" y="857250"/>
                  <a:pt x="1028700" y="1036358"/>
                  <a:pt x="1028700" y="1257300"/>
                </a:cubicBezTo>
                <a:lnTo>
                  <a:pt x="799579" y="1257300"/>
                </a:lnTo>
                <a:cubicBezTo>
                  <a:pt x="799924" y="1250994"/>
                  <a:pt x="800100" y="1244642"/>
                  <a:pt x="800100" y="1238250"/>
                </a:cubicBezTo>
                <a:cubicBezTo>
                  <a:pt x="800100" y="1048872"/>
                  <a:pt x="646578" y="895350"/>
                  <a:pt x="457200" y="895350"/>
                </a:cubicBezTo>
                <a:cubicBezTo>
                  <a:pt x="267822" y="895350"/>
                  <a:pt x="114300" y="1048872"/>
                  <a:pt x="114300" y="1238250"/>
                </a:cubicBezTo>
                <a:cubicBezTo>
                  <a:pt x="114300" y="1244642"/>
                  <a:pt x="114475" y="1250994"/>
                  <a:pt x="114820" y="1257300"/>
                </a:cubicBezTo>
                <a:lnTo>
                  <a:pt x="0" y="1257300"/>
                </a:lnTo>
                <a:lnTo>
                  <a:pt x="0" y="457200"/>
                </a:lnTo>
                <a:lnTo>
                  <a:pt x="114300" y="457200"/>
                </a:lnTo>
                <a:lnTo>
                  <a:pt x="114300" y="550204"/>
                </a:lnTo>
                <a:cubicBezTo>
                  <a:pt x="253502" y="476324"/>
                  <a:pt x="448749" y="394404"/>
                  <a:pt x="685800" y="333039"/>
                </a:cubicBezTo>
                <a:lnTo>
                  <a:pt x="685800" y="114300"/>
                </a:lnTo>
                <a:lnTo>
                  <a:pt x="800100" y="114300"/>
                </a:lnTo>
                <a:lnTo>
                  <a:pt x="800100" y="305851"/>
                </a:lnTo>
                <a:cubicBezTo>
                  <a:pt x="973177" y="268274"/>
                  <a:pt x="1165257" y="242714"/>
                  <a:pt x="1371600" y="238683"/>
                </a:cubicBezTo>
                <a:close/>
                <a:moveTo>
                  <a:pt x="800100" y="403398"/>
                </a:moveTo>
                <a:lnTo>
                  <a:pt x="800100" y="611781"/>
                </a:lnTo>
                <a:cubicBezTo>
                  <a:pt x="972659" y="573679"/>
                  <a:pt x="1164818" y="547598"/>
                  <a:pt x="1371600" y="543492"/>
                </a:cubicBezTo>
                <a:lnTo>
                  <a:pt x="1371600" y="333952"/>
                </a:lnTo>
                <a:cubicBezTo>
                  <a:pt x="1164356" y="338137"/>
                  <a:pt x="972112" y="364760"/>
                  <a:pt x="800100" y="403398"/>
                </a:cubicBezTo>
                <a:close/>
                <a:moveTo>
                  <a:pt x="1485900" y="333939"/>
                </a:moveTo>
                <a:lnTo>
                  <a:pt x="1485900" y="543480"/>
                </a:lnTo>
                <a:cubicBezTo>
                  <a:pt x="1694668" y="547544"/>
                  <a:pt x="1885932" y="573604"/>
                  <a:pt x="2057400" y="611918"/>
                </a:cubicBezTo>
                <a:lnTo>
                  <a:pt x="2057400" y="403564"/>
                </a:lnTo>
                <a:cubicBezTo>
                  <a:pt x="1886409" y="364674"/>
                  <a:pt x="1695110" y="338080"/>
                  <a:pt x="1485900" y="333939"/>
                </a:cubicBezTo>
                <a:close/>
                <a:moveTo>
                  <a:pt x="2171700" y="639955"/>
                </a:moveTo>
                <a:cubicBezTo>
                  <a:pt x="2407385" y="702977"/>
                  <a:pt x="2600224" y="787150"/>
                  <a:pt x="2743200" y="862650"/>
                </a:cubicBezTo>
                <a:lnTo>
                  <a:pt x="2743200" y="659479"/>
                </a:lnTo>
                <a:cubicBezTo>
                  <a:pt x="2603304" y="583748"/>
                  <a:pt x="2410235" y="497062"/>
                  <a:pt x="2171700" y="432109"/>
                </a:cubicBezTo>
                <a:close/>
                <a:moveTo>
                  <a:pt x="114300" y="658869"/>
                </a:moveTo>
                <a:lnTo>
                  <a:pt x="114300" y="861491"/>
                </a:lnTo>
                <a:cubicBezTo>
                  <a:pt x="249171" y="787500"/>
                  <a:pt x="444979" y="702865"/>
                  <a:pt x="685800" y="639437"/>
                </a:cubicBezTo>
                <a:lnTo>
                  <a:pt x="685800" y="431540"/>
                </a:lnTo>
                <a:cubicBezTo>
                  <a:pt x="440501" y="497299"/>
                  <a:pt x="244004" y="585020"/>
                  <a:pt x="114300" y="658869"/>
                </a:cubicBezTo>
                <a:close/>
              </a:path>
            </a:pathLst>
          </a:custGeom>
          <a:noFill/>
          <a:ln w="14287">
            <a:solidFill>
              <a:srgbClr val="A3A3A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173401" y="2172747"/>
            <a:ext cx="2857500" cy="496581"/>
          </a:xfrm>
          <a:custGeom>
            <a:avLst/>
            <a:gdLst/>
            <a:ahLst/>
            <a:cxnLst/>
            <a:rect l="0" t="0" r="0" b="0"/>
            <a:pathLst>
              <a:path w="2857500" h="496581">
                <a:moveTo>
                  <a:pt x="0" y="496581"/>
                </a:moveTo>
                <a:cubicBezTo>
                  <a:pt x="982562" y="0"/>
                  <a:pt x="1998351" y="80531"/>
                  <a:pt x="2857500" y="496581"/>
                </a:cubicBezTo>
              </a:path>
            </a:pathLst>
          </a:custGeom>
          <a:noFill/>
          <a:ln w="14287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68260" y="1718734"/>
            <a:ext cx="586785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Roboto"/>
              </a:rPr>
              <a:t>Whiteboard modernizes infrastructure with AWS cloud.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51281" y="2849349"/>
            <a:ext cx="661511" cy="662942"/>
          </a:xfrm>
          <a:custGeom>
            <a:avLst/>
            <a:gdLst/>
            <a:ahLst/>
            <a:cxnLst/>
            <a:rect l="0" t="0" r="0" b="0"/>
            <a:pathLst>
              <a:path w="661511" h="662942">
                <a:moveTo>
                  <a:pt x="512921" y="205742"/>
                </a:moveTo>
                <a:lnTo>
                  <a:pt x="170021" y="205742"/>
                </a:lnTo>
                <a:lnTo>
                  <a:pt x="170021" y="662942"/>
                </a:lnTo>
                <a:lnTo>
                  <a:pt x="512921" y="662942"/>
                </a:lnTo>
                <a:close/>
                <a:moveTo>
                  <a:pt x="661511" y="365757"/>
                </a:moveTo>
                <a:lnTo>
                  <a:pt x="570071" y="365757"/>
                </a:lnTo>
                <a:moveTo>
                  <a:pt x="661511" y="480057"/>
                </a:moveTo>
                <a:lnTo>
                  <a:pt x="570071" y="480057"/>
                </a:lnTo>
                <a:moveTo>
                  <a:pt x="570071" y="594357"/>
                </a:moveTo>
                <a:lnTo>
                  <a:pt x="632936" y="594357"/>
                </a:lnTo>
                <a:cubicBezTo>
                  <a:pt x="650081" y="594357"/>
                  <a:pt x="661511" y="582927"/>
                  <a:pt x="661511" y="565782"/>
                </a:cubicBezTo>
                <a:lnTo>
                  <a:pt x="661511" y="280032"/>
                </a:lnTo>
                <a:cubicBezTo>
                  <a:pt x="661511" y="262888"/>
                  <a:pt x="650081" y="251457"/>
                  <a:pt x="632936" y="251457"/>
                </a:cubicBezTo>
                <a:lnTo>
                  <a:pt x="570071" y="251457"/>
                </a:lnTo>
                <a:moveTo>
                  <a:pt x="512921" y="357184"/>
                </a:moveTo>
                <a:lnTo>
                  <a:pt x="184309" y="357184"/>
                </a:lnTo>
                <a:moveTo>
                  <a:pt x="512921" y="514347"/>
                </a:moveTo>
                <a:lnTo>
                  <a:pt x="184309" y="514347"/>
                </a:lnTo>
                <a:moveTo>
                  <a:pt x="21431" y="365757"/>
                </a:moveTo>
                <a:lnTo>
                  <a:pt x="112870" y="365757"/>
                </a:lnTo>
                <a:moveTo>
                  <a:pt x="21431" y="480057"/>
                </a:moveTo>
                <a:lnTo>
                  <a:pt x="112870" y="480057"/>
                </a:lnTo>
                <a:moveTo>
                  <a:pt x="112871" y="594357"/>
                </a:moveTo>
                <a:lnTo>
                  <a:pt x="50006" y="594357"/>
                </a:lnTo>
                <a:cubicBezTo>
                  <a:pt x="32861" y="594357"/>
                  <a:pt x="21431" y="582927"/>
                  <a:pt x="21431" y="565782"/>
                </a:cubicBezTo>
                <a:lnTo>
                  <a:pt x="21431" y="280032"/>
                </a:lnTo>
                <a:cubicBezTo>
                  <a:pt x="21431" y="262888"/>
                  <a:pt x="32861" y="251457"/>
                  <a:pt x="50006" y="251457"/>
                </a:cubicBezTo>
                <a:lnTo>
                  <a:pt x="112871" y="251457"/>
                </a:lnTo>
                <a:moveTo>
                  <a:pt x="0" y="0"/>
                </a:moveTo>
                <a:moveTo>
                  <a:pt x="298608" y="51432"/>
                </a:moveTo>
                <a:lnTo>
                  <a:pt x="341471" y="91437"/>
                </a:lnTo>
                <a:lnTo>
                  <a:pt x="412908" y="22857"/>
                </a:lnTo>
              </a:path>
            </a:pathLst>
          </a:custGeom>
          <a:noFill/>
          <a:ln w="14287">
            <a:solidFill>
              <a:srgbClr val="3CC58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75536" y="4057693"/>
            <a:ext cx="1166986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dirty="0">
                <a:solidFill>
                  <a:srgbClr val="FF0000"/>
                </a:solidFill>
                <a:latin typeface="Roboto"/>
              </a:rPr>
              <a:t>Traditional
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1420" y="4057693"/>
            <a:ext cx="114779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3CC583"/>
                </a:solidFill>
                <a:latin typeface="Roboto"/>
              </a:rPr>
              <a:t>Modern AWS
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5110" y="4624983"/>
            <a:ext cx="1307725" cy="3428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 dirty="0">
                <a:solidFill>
                  <a:srgbClr val="484848"/>
                </a:solidFill>
                <a:latin typeface="Roboto"/>
              </a:rPr>
              <a:t>Scalability, cost, and
security issues.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1798" y="4624974"/>
            <a:ext cx="1187091" cy="5142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484848"/>
                </a:solidFill>
                <a:latin typeface="Roboto"/>
              </a:rPr>
              <a:t>Scalability, cost
savings, and
enhanced security.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69543" y="2855066"/>
            <a:ext cx="600075" cy="657225"/>
          </a:xfrm>
          <a:custGeom>
            <a:avLst/>
            <a:gdLst/>
            <a:ahLst/>
            <a:cxnLst/>
            <a:rect l="0" t="0" r="0" b="0"/>
            <a:pathLst>
              <a:path w="600075" h="657225">
                <a:moveTo>
                  <a:pt x="200025" y="0"/>
                </a:moveTo>
                <a:lnTo>
                  <a:pt x="28575" y="0"/>
                </a:lnTo>
                <a:cubicBezTo>
                  <a:pt x="12793" y="0"/>
                  <a:pt x="0" y="12793"/>
                  <a:pt x="0" y="28575"/>
                </a:cubicBezTo>
                <a:lnTo>
                  <a:pt x="0" y="628650"/>
                </a:lnTo>
                <a:cubicBezTo>
                  <a:pt x="0" y="644431"/>
                  <a:pt x="12793" y="657225"/>
                  <a:pt x="28575" y="657225"/>
                </a:cubicBezTo>
                <a:lnTo>
                  <a:pt x="200025" y="657225"/>
                </a:lnTo>
                <a:close/>
                <a:moveTo>
                  <a:pt x="200025" y="0"/>
                </a:moveTo>
                <a:lnTo>
                  <a:pt x="400050" y="0"/>
                </a:lnTo>
                <a:lnTo>
                  <a:pt x="400050" y="657225"/>
                </a:lnTo>
                <a:lnTo>
                  <a:pt x="200025" y="657225"/>
                </a:lnTo>
                <a:close/>
                <a:moveTo>
                  <a:pt x="600075" y="28575"/>
                </a:moveTo>
                <a:cubicBezTo>
                  <a:pt x="600075" y="12793"/>
                  <a:pt x="587281" y="0"/>
                  <a:pt x="571500" y="0"/>
                </a:cubicBezTo>
                <a:lnTo>
                  <a:pt x="400050" y="0"/>
                </a:lnTo>
                <a:lnTo>
                  <a:pt x="400050" y="657225"/>
                </a:lnTo>
                <a:lnTo>
                  <a:pt x="571500" y="657225"/>
                </a:lnTo>
                <a:cubicBezTo>
                  <a:pt x="587281" y="657225"/>
                  <a:pt x="600075" y="644431"/>
                  <a:pt x="600075" y="628650"/>
                </a:cubicBezTo>
                <a:close/>
                <a:moveTo>
                  <a:pt x="271462" y="71437"/>
                </a:moveTo>
                <a:lnTo>
                  <a:pt x="328612" y="71437"/>
                </a:lnTo>
                <a:moveTo>
                  <a:pt x="271462" y="128587"/>
                </a:moveTo>
                <a:lnTo>
                  <a:pt x="328612" y="128587"/>
                </a:lnTo>
                <a:moveTo>
                  <a:pt x="271462" y="185737"/>
                </a:moveTo>
                <a:lnTo>
                  <a:pt x="328612" y="185737"/>
                </a:lnTo>
                <a:moveTo>
                  <a:pt x="271462" y="514350"/>
                </a:moveTo>
                <a:lnTo>
                  <a:pt x="328612" y="514350"/>
                </a:lnTo>
                <a:moveTo>
                  <a:pt x="271462" y="571500"/>
                </a:moveTo>
                <a:lnTo>
                  <a:pt x="328612" y="571500"/>
                </a:lnTo>
                <a:moveTo>
                  <a:pt x="528637" y="71437"/>
                </a:moveTo>
                <a:lnTo>
                  <a:pt x="471487" y="71437"/>
                </a:lnTo>
                <a:moveTo>
                  <a:pt x="528637" y="128587"/>
                </a:moveTo>
                <a:lnTo>
                  <a:pt x="471487" y="128587"/>
                </a:lnTo>
                <a:moveTo>
                  <a:pt x="528637" y="185737"/>
                </a:moveTo>
                <a:lnTo>
                  <a:pt x="471487" y="185737"/>
                </a:lnTo>
                <a:moveTo>
                  <a:pt x="528637" y="514350"/>
                </a:moveTo>
                <a:lnTo>
                  <a:pt x="471487" y="514350"/>
                </a:lnTo>
                <a:moveTo>
                  <a:pt x="528637" y="571500"/>
                </a:moveTo>
                <a:lnTo>
                  <a:pt x="471487" y="571500"/>
                </a:lnTo>
                <a:moveTo>
                  <a:pt x="128587" y="71437"/>
                </a:moveTo>
                <a:lnTo>
                  <a:pt x="71437" y="71437"/>
                </a:lnTo>
                <a:moveTo>
                  <a:pt x="128587" y="128587"/>
                </a:moveTo>
                <a:lnTo>
                  <a:pt x="71437" y="128587"/>
                </a:lnTo>
                <a:moveTo>
                  <a:pt x="128587" y="185737"/>
                </a:moveTo>
                <a:lnTo>
                  <a:pt x="71437" y="185737"/>
                </a:lnTo>
                <a:moveTo>
                  <a:pt x="128587" y="514350"/>
                </a:moveTo>
                <a:lnTo>
                  <a:pt x="71437" y="514350"/>
                </a:lnTo>
                <a:moveTo>
                  <a:pt x="128587" y="571500"/>
                </a:moveTo>
                <a:lnTo>
                  <a:pt x="71437" y="571500"/>
                </a:lnTo>
                <a:moveTo>
                  <a:pt x="71437" y="300037"/>
                </a:moveTo>
                <a:cubicBezTo>
                  <a:pt x="71437" y="296092"/>
                  <a:pt x="68239" y="292893"/>
                  <a:pt x="64293" y="292893"/>
                </a:cubicBezTo>
                <a:moveTo>
                  <a:pt x="64293" y="292893"/>
                </a:moveTo>
                <a:cubicBezTo>
                  <a:pt x="60348" y="292893"/>
                  <a:pt x="57150" y="296092"/>
                  <a:pt x="57150" y="300037"/>
                </a:cubicBezTo>
                <a:moveTo>
                  <a:pt x="64293" y="307181"/>
                </a:moveTo>
                <a:cubicBezTo>
                  <a:pt x="60348" y="307181"/>
                  <a:pt x="57150" y="303982"/>
                  <a:pt x="57150" y="300037"/>
                </a:cubicBezTo>
                <a:moveTo>
                  <a:pt x="71437" y="300037"/>
                </a:moveTo>
                <a:cubicBezTo>
                  <a:pt x="71437" y="303982"/>
                  <a:pt x="68239" y="307181"/>
                  <a:pt x="64293" y="307181"/>
                </a:cubicBezTo>
                <a:moveTo>
                  <a:pt x="264318" y="292893"/>
                </a:moveTo>
                <a:cubicBezTo>
                  <a:pt x="268264" y="292893"/>
                  <a:pt x="271462" y="296092"/>
                  <a:pt x="271462" y="300037"/>
                </a:cubicBezTo>
                <a:moveTo>
                  <a:pt x="257175" y="300037"/>
                </a:moveTo>
                <a:cubicBezTo>
                  <a:pt x="257175" y="296092"/>
                  <a:pt x="260373" y="292893"/>
                  <a:pt x="264318" y="292893"/>
                </a:cubicBezTo>
                <a:moveTo>
                  <a:pt x="257175" y="300037"/>
                </a:moveTo>
                <a:cubicBezTo>
                  <a:pt x="257175" y="303982"/>
                  <a:pt x="260373" y="307181"/>
                  <a:pt x="264318" y="307181"/>
                </a:cubicBezTo>
                <a:moveTo>
                  <a:pt x="264318" y="307181"/>
                </a:moveTo>
                <a:cubicBezTo>
                  <a:pt x="268264" y="307181"/>
                  <a:pt x="271462" y="303982"/>
                  <a:pt x="271462" y="300037"/>
                </a:cubicBezTo>
                <a:moveTo>
                  <a:pt x="471487" y="300037"/>
                </a:moveTo>
                <a:cubicBezTo>
                  <a:pt x="471487" y="296092"/>
                  <a:pt x="468289" y="292893"/>
                  <a:pt x="464343" y="292893"/>
                </a:cubicBezTo>
                <a:moveTo>
                  <a:pt x="464343" y="292893"/>
                </a:moveTo>
                <a:cubicBezTo>
                  <a:pt x="460398" y="292893"/>
                  <a:pt x="457200" y="296092"/>
                  <a:pt x="457200" y="300037"/>
                </a:cubicBezTo>
                <a:moveTo>
                  <a:pt x="464343" y="307181"/>
                </a:moveTo>
                <a:cubicBezTo>
                  <a:pt x="460398" y="307181"/>
                  <a:pt x="457200" y="303982"/>
                  <a:pt x="457200" y="300037"/>
                </a:cubicBezTo>
                <a:moveTo>
                  <a:pt x="471487" y="300037"/>
                </a:moveTo>
                <a:cubicBezTo>
                  <a:pt x="471487" y="303982"/>
                  <a:pt x="468289" y="307181"/>
                  <a:pt x="464343" y="307181"/>
                </a:cubicBezTo>
              </a:path>
            </a:pathLst>
          </a:custGeom>
          <a:noFill/>
          <a:ln w="14287">
            <a:solidFill>
              <a:srgbClr val="E0CB15"/>
            </a:solidFill>
          </a:ln>
        </p:spPr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F77030-70FA-4411-89FB-C4DEE92ED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8052"/>
            <a:ext cx="9144000" cy="322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14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35F15B0-0B09-4EEA-AB15-BBB3EBA51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96" y="0"/>
            <a:ext cx="7830207" cy="39203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8E325E-81C7-4306-89AD-F9790C408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96" y="3789177"/>
            <a:ext cx="7830207" cy="3000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388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CA8140-A2AF-4A6A-B247-0DE13C5DB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62" y="1738808"/>
            <a:ext cx="8408276" cy="338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364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085AD6-FB7B-4570-A3C4-8EEFD554D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16" y="210207"/>
            <a:ext cx="7945821" cy="47004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1C635F-C21F-41E3-8E13-D3D2E5A0D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517" y="4910652"/>
            <a:ext cx="7945821" cy="1590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383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57C137-3DE9-4374-BEC6-9D5AB721F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46" y="350084"/>
            <a:ext cx="8592749" cy="2962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93C60D-3FCB-4949-9D7D-B6FEEE8AA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46" y="3312772"/>
            <a:ext cx="8592748" cy="338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232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087E97-8B15-40A1-8EA4-CAA62F976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07" y="1447802"/>
            <a:ext cx="8723586" cy="376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49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539556-6D01-4790-8EAF-8BF89AF50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28" y="1341303"/>
            <a:ext cx="8574724" cy="460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001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2BEF60-DDE0-4E70-86E2-9A6716E24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71507"/>
            <a:ext cx="9070427" cy="18810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EF509C-9F86-4A2C-ABA5-CF2CC4865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622" y="257162"/>
            <a:ext cx="3234176" cy="383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123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7CE8B4-7B2B-4602-B302-12C9855F2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130" y="367312"/>
            <a:ext cx="6395607" cy="35939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DE163B-8123-4A05-B270-2DB0AEAF7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130" y="3961217"/>
            <a:ext cx="6395607" cy="269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707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01ED5E-198D-48D4-95A0-197304989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57" y="1181885"/>
            <a:ext cx="7704083" cy="16645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3E3C9D-FC40-4553-B2B7-CCD431D72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62" y="3240960"/>
            <a:ext cx="7189075" cy="275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888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81998" y="457200"/>
            <a:ext cx="4980003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491313" y="3407743"/>
            <a:ext cx="903214" cy="443382"/>
          </a:xfrm>
          <a:custGeom>
            <a:avLst/>
            <a:gdLst/>
            <a:ahLst/>
            <a:cxnLst/>
            <a:rect l="0" t="0" r="0" b="0"/>
            <a:pathLst>
              <a:path w="903214" h="443382">
                <a:moveTo>
                  <a:pt x="0" y="298416"/>
                </a:moveTo>
                <a:cubicBezTo>
                  <a:pt x="0" y="378480"/>
                  <a:pt x="64902" y="443382"/>
                  <a:pt x="144965" y="443382"/>
                </a:cubicBezTo>
                <a:lnTo>
                  <a:pt x="758248" y="443382"/>
                </a:lnTo>
                <a:cubicBezTo>
                  <a:pt x="838311" y="443382"/>
                  <a:pt x="903214" y="378480"/>
                  <a:pt x="903214" y="298416"/>
                </a:cubicBezTo>
                <a:lnTo>
                  <a:pt x="903214" y="144965"/>
                </a:lnTo>
                <a:cubicBezTo>
                  <a:pt x="903214" y="64902"/>
                  <a:pt x="838311" y="0"/>
                  <a:pt x="758248" y="0"/>
                </a:cubicBezTo>
                <a:lnTo>
                  <a:pt x="144965" y="0"/>
                </a:lnTo>
                <a:cubicBezTo>
                  <a:pt x="64902" y="0"/>
                  <a:pt x="0" y="64902"/>
                  <a:pt x="0" y="144965"/>
                </a:cubicBezTo>
                <a:lnTo>
                  <a:pt x="0" y="298416"/>
                </a:lnTo>
              </a:path>
            </a:pathLst>
          </a:custGeom>
          <a:solidFill>
            <a:srgbClr val="CD6A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491313" y="3407743"/>
            <a:ext cx="903211" cy="443386"/>
          </a:xfrm>
          <a:custGeom>
            <a:avLst/>
            <a:gdLst/>
            <a:ahLst/>
            <a:cxnLst/>
            <a:rect l="0" t="0" r="0" b="0"/>
            <a:pathLst>
              <a:path w="903211" h="443386">
                <a:moveTo>
                  <a:pt x="144965" y="0"/>
                </a:moveTo>
                <a:cubicBezTo>
                  <a:pt x="64903" y="0"/>
                  <a:pt x="0" y="64903"/>
                  <a:pt x="0" y="144965"/>
                </a:cubicBezTo>
                <a:moveTo>
                  <a:pt x="758245" y="0"/>
                </a:moveTo>
                <a:lnTo>
                  <a:pt x="144965" y="0"/>
                </a:lnTo>
                <a:moveTo>
                  <a:pt x="903211" y="298420"/>
                </a:moveTo>
                <a:cubicBezTo>
                  <a:pt x="903211" y="378482"/>
                  <a:pt x="838307" y="443386"/>
                  <a:pt x="758245" y="443386"/>
                </a:cubicBezTo>
                <a:moveTo>
                  <a:pt x="758245" y="0"/>
                </a:moveTo>
                <a:cubicBezTo>
                  <a:pt x="838307" y="0"/>
                  <a:pt x="903211" y="64903"/>
                  <a:pt x="903211" y="144965"/>
                </a:cubicBezTo>
                <a:moveTo>
                  <a:pt x="0" y="298420"/>
                </a:moveTo>
                <a:lnTo>
                  <a:pt x="0" y="144965"/>
                </a:lnTo>
                <a:moveTo>
                  <a:pt x="903211" y="298420"/>
                </a:moveTo>
                <a:lnTo>
                  <a:pt x="903211" y="144965"/>
                </a:lnTo>
                <a:moveTo>
                  <a:pt x="144965" y="443386"/>
                </a:moveTo>
                <a:lnTo>
                  <a:pt x="758245" y="443386"/>
                </a:lnTo>
                <a:moveTo>
                  <a:pt x="144965" y="443386"/>
                </a:moveTo>
                <a:cubicBezTo>
                  <a:pt x="64903" y="443386"/>
                  <a:pt x="0" y="378482"/>
                  <a:pt x="0" y="298420"/>
                </a:cubicBezTo>
              </a:path>
            </a:pathLst>
          </a:custGeom>
          <a:noFill/>
          <a:ln w="1279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13155" y="1992174"/>
            <a:ext cx="1002430" cy="409272"/>
          </a:xfrm>
          <a:custGeom>
            <a:avLst/>
            <a:gdLst/>
            <a:ahLst/>
            <a:cxnLst/>
            <a:rect l="0" t="0" r="0" b="0"/>
            <a:pathLst>
              <a:path w="1002430" h="409272">
                <a:moveTo>
                  <a:pt x="0" y="281361"/>
                </a:moveTo>
                <a:cubicBezTo>
                  <a:pt x="0" y="352011"/>
                  <a:pt x="57270" y="409272"/>
                  <a:pt x="127911" y="409272"/>
                </a:cubicBezTo>
                <a:lnTo>
                  <a:pt x="874519" y="409272"/>
                </a:lnTo>
                <a:cubicBezTo>
                  <a:pt x="945160" y="409272"/>
                  <a:pt x="1002430" y="352011"/>
                  <a:pt x="1002430" y="281361"/>
                </a:cubicBezTo>
                <a:lnTo>
                  <a:pt x="1002430" y="127911"/>
                </a:lnTo>
                <a:cubicBezTo>
                  <a:pt x="1002430" y="57270"/>
                  <a:pt x="945160" y="0"/>
                  <a:pt x="874519" y="0"/>
                </a:cubicBezTo>
                <a:lnTo>
                  <a:pt x="127911" y="0"/>
                </a:lnTo>
                <a:cubicBezTo>
                  <a:pt x="57270" y="0"/>
                  <a:pt x="0" y="57270"/>
                  <a:pt x="0" y="127911"/>
                </a:cubicBezTo>
                <a:lnTo>
                  <a:pt x="0" y="281361"/>
                </a:lnTo>
              </a:path>
            </a:pathLst>
          </a:custGeom>
          <a:solidFill>
            <a:srgbClr val="AB57D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13155" y="1992174"/>
            <a:ext cx="1002431" cy="409276"/>
          </a:xfrm>
          <a:custGeom>
            <a:avLst/>
            <a:gdLst/>
            <a:ahLst/>
            <a:cxnLst/>
            <a:rect l="0" t="0" r="0" b="0"/>
            <a:pathLst>
              <a:path w="1002431" h="409276">
                <a:moveTo>
                  <a:pt x="127911" y="0"/>
                </a:moveTo>
                <a:cubicBezTo>
                  <a:pt x="57267" y="0"/>
                  <a:pt x="0" y="57267"/>
                  <a:pt x="0" y="127911"/>
                </a:cubicBezTo>
                <a:moveTo>
                  <a:pt x="874519" y="0"/>
                </a:moveTo>
                <a:lnTo>
                  <a:pt x="127911" y="0"/>
                </a:lnTo>
                <a:moveTo>
                  <a:pt x="1002431" y="281365"/>
                </a:moveTo>
                <a:cubicBezTo>
                  <a:pt x="1002431" y="352009"/>
                  <a:pt x="945163" y="409276"/>
                  <a:pt x="874519" y="409276"/>
                </a:cubicBezTo>
                <a:moveTo>
                  <a:pt x="874519" y="0"/>
                </a:moveTo>
                <a:cubicBezTo>
                  <a:pt x="945163" y="0"/>
                  <a:pt x="1002431" y="57267"/>
                  <a:pt x="1002431" y="127911"/>
                </a:cubicBezTo>
                <a:moveTo>
                  <a:pt x="0" y="281365"/>
                </a:moveTo>
                <a:lnTo>
                  <a:pt x="0" y="127911"/>
                </a:lnTo>
                <a:moveTo>
                  <a:pt x="1002431" y="281365"/>
                </a:moveTo>
                <a:lnTo>
                  <a:pt x="1002431" y="127911"/>
                </a:lnTo>
                <a:moveTo>
                  <a:pt x="127911" y="409276"/>
                </a:moveTo>
                <a:lnTo>
                  <a:pt x="874519" y="409276"/>
                </a:lnTo>
                <a:moveTo>
                  <a:pt x="127911" y="409276"/>
                </a:moveTo>
                <a:cubicBezTo>
                  <a:pt x="57267" y="409276"/>
                  <a:pt x="0" y="352009"/>
                  <a:pt x="0" y="281365"/>
                </a:cubicBezTo>
              </a:path>
            </a:pathLst>
          </a:custGeom>
          <a:noFill/>
          <a:ln w="1279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522572" y="1582817"/>
            <a:ext cx="1092778" cy="307029"/>
          </a:xfrm>
          <a:custGeom>
            <a:avLst/>
            <a:gdLst/>
            <a:ahLst/>
            <a:cxnLst/>
            <a:rect l="0" t="0" r="0" b="0"/>
            <a:pathLst>
              <a:path w="1092778" h="307029">
                <a:moveTo>
                  <a:pt x="0" y="213227"/>
                </a:moveTo>
                <a:cubicBezTo>
                  <a:pt x="0" y="265031"/>
                  <a:pt x="41997" y="307029"/>
                  <a:pt x="93801" y="307029"/>
                </a:cubicBezTo>
                <a:lnTo>
                  <a:pt x="998976" y="307029"/>
                </a:lnTo>
                <a:cubicBezTo>
                  <a:pt x="1050780" y="307029"/>
                  <a:pt x="1092778" y="265031"/>
                  <a:pt x="1092778" y="213227"/>
                </a:cubicBezTo>
                <a:lnTo>
                  <a:pt x="1092778" y="93801"/>
                </a:lnTo>
                <a:cubicBezTo>
                  <a:pt x="1092778" y="41997"/>
                  <a:pt x="1050780" y="0"/>
                  <a:pt x="998976" y="0"/>
                </a:cubicBezTo>
                <a:lnTo>
                  <a:pt x="93801" y="0"/>
                </a:lnTo>
                <a:cubicBezTo>
                  <a:pt x="41997" y="0"/>
                  <a:pt x="0" y="41997"/>
                  <a:pt x="0" y="93801"/>
                </a:cubicBezTo>
                <a:lnTo>
                  <a:pt x="0" y="213227"/>
                </a:lnTo>
              </a:path>
            </a:pathLst>
          </a:custGeom>
          <a:solidFill>
            <a:srgbClr val="AB57D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522572" y="1582817"/>
            <a:ext cx="1092781" cy="307028"/>
          </a:xfrm>
          <a:custGeom>
            <a:avLst/>
            <a:gdLst/>
            <a:ahLst/>
            <a:cxnLst/>
            <a:rect l="0" t="0" r="0" b="0"/>
            <a:pathLst>
              <a:path w="1092781" h="307028">
                <a:moveTo>
                  <a:pt x="93801" y="0"/>
                </a:moveTo>
                <a:cubicBezTo>
                  <a:pt x="41996" y="0"/>
                  <a:pt x="0" y="41996"/>
                  <a:pt x="0" y="93801"/>
                </a:cubicBezTo>
                <a:moveTo>
                  <a:pt x="998979" y="0"/>
                </a:moveTo>
                <a:lnTo>
                  <a:pt x="93801" y="0"/>
                </a:lnTo>
                <a:moveTo>
                  <a:pt x="1092781" y="213227"/>
                </a:moveTo>
                <a:cubicBezTo>
                  <a:pt x="1092781" y="265032"/>
                  <a:pt x="1050784" y="307028"/>
                  <a:pt x="998979" y="307028"/>
                </a:cubicBezTo>
                <a:moveTo>
                  <a:pt x="998979" y="0"/>
                </a:moveTo>
                <a:cubicBezTo>
                  <a:pt x="1050784" y="0"/>
                  <a:pt x="1092781" y="41996"/>
                  <a:pt x="1092781" y="93801"/>
                </a:cubicBezTo>
                <a:moveTo>
                  <a:pt x="0" y="213227"/>
                </a:moveTo>
                <a:lnTo>
                  <a:pt x="0" y="93801"/>
                </a:lnTo>
                <a:moveTo>
                  <a:pt x="1092781" y="213227"/>
                </a:moveTo>
                <a:lnTo>
                  <a:pt x="1092781" y="93801"/>
                </a:lnTo>
                <a:moveTo>
                  <a:pt x="93801" y="307028"/>
                </a:moveTo>
                <a:lnTo>
                  <a:pt x="998979" y="307028"/>
                </a:lnTo>
                <a:moveTo>
                  <a:pt x="93801" y="307028"/>
                </a:moveTo>
                <a:cubicBezTo>
                  <a:pt x="41996" y="307028"/>
                  <a:pt x="0" y="265032"/>
                  <a:pt x="0" y="213227"/>
                </a:cubicBezTo>
              </a:path>
            </a:pathLst>
          </a:custGeom>
          <a:noFill/>
          <a:ln w="1279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522572" y="1992174"/>
            <a:ext cx="1119690" cy="204657"/>
          </a:xfrm>
          <a:custGeom>
            <a:avLst/>
            <a:gdLst/>
            <a:ahLst/>
            <a:cxnLst/>
            <a:rect l="0" t="0" r="0" b="0"/>
            <a:pathLst>
              <a:path w="1119690" h="204657">
                <a:moveTo>
                  <a:pt x="0" y="110856"/>
                </a:moveTo>
                <a:cubicBezTo>
                  <a:pt x="0" y="162660"/>
                  <a:pt x="41997" y="204657"/>
                  <a:pt x="93801" y="204657"/>
                </a:cubicBezTo>
                <a:lnTo>
                  <a:pt x="1025889" y="204657"/>
                </a:lnTo>
                <a:cubicBezTo>
                  <a:pt x="1077693" y="204657"/>
                  <a:pt x="1119690" y="162660"/>
                  <a:pt x="1119690" y="110856"/>
                </a:cubicBezTo>
                <a:lnTo>
                  <a:pt x="1119690" y="93801"/>
                </a:lnTo>
                <a:cubicBezTo>
                  <a:pt x="1119690" y="41997"/>
                  <a:pt x="1077693" y="0"/>
                  <a:pt x="1025889" y="0"/>
                </a:cubicBezTo>
                <a:lnTo>
                  <a:pt x="93801" y="0"/>
                </a:lnTo>
                <a:cubicBezTo>
                  <a:pt x="41997" y="0"/>
                  <a:pt x="0" y="41997"/>
                  <a:pt x="0" y="93801"/>
                </a:cubicBezTo>
                <a:lnTo>
                  <a:pt x="0" y="110856"/>
                </a:lnTo>
              </a:path>
            </a:pathLst>
          </a:custGeom>
          <a:solidFill>
            <a:srgbClr val="AB57D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522572" y="1992174"/>
            <a:ext cx="1119693" cy="204657"/>
          </a:xfrm>
          <a:custGeom>
            <a:avLst/>
            <a:gdLst/>
            <a:ahLst/>
            <a:cxnLst/>
            <a:rect l="0" t="0" r="0" b="0"/>
            <a:pathLst>
              <a:path w="1119693" h="204657">
                <a:moveTo>
                  <a:pt x="93801" y="0"/>
                </a:moveTo>
                <a:cubicBezTo>
                  <a:pt x="41996" y="0"/>
                  <a:pt x="0" y="41996"/>
                  <a:pt x="0" y="93801"/>
                </a:cubicBezTo>
                <a:moveTo>
                  <a:pt x="1025891" y="0"/>
                </a:moveTo>
                <a:lnTo>
                  <a:pt x="93801" y="0"/>
                </a:lnTo>
                <a:moveTo>
                  <a:pt x="1119693" y="110856"/>
                </a:moveTo>
                <a:cubicBezTo>
                  <a:pt x="1119693" y="162661"/>
                  <a:pt x="1077696" y="204657"/>
                  <a:pt x="1025891" y="204657"/>
                </a:cubicBezTo>
                <a:moveTo>
                  <a:pt x="1025891" y="0"/>
                </a:moveTo>
                <a:cubicBezTo>
                  <a:pt x="1077696" y="0"/>
                  <a:pt x="1119693" y="41996"/>
                  <a:pt x="1119693" y="93801"/>
                </a:cubicBezTo>
                <a:moveTo>
                  <a:pt x="0" y="110856"/>
                </a:moveTo>
                <a:lnTo>
                  <a:pt x="0" y="93801"/>
                </a:lnTo>
                <a:moveTo>
                  <a:pt x="1119693" y="110856"/>
                </a:moveTo>
                <a:lnTo>
                  <a:pt x="1119693" y="93801"/>
                </a:lnTo>
                <a:moveTo>
                  <a:pt x="93801" y="204657"/>
                </a:moveTo>
                <a:lnTo>
                  <a:pt x="1025891" y="204657"/>
                </a:lnTo>
                <a:moveTo>
                  <a:pt x="93801" y="204657"/>
                </a:moveTo>
                <a:cubicBezTo>
                  <a:pt x="41996" y="204657"/>
                  <a:pt x="0" y="162661"/>
                  <a:pt x="0" y="110856"/>
                </a:cubicBezTo>
              </a:path>
            </a:pathLst>
          </a:custGeom>
          <a:noFill/>
          <a:ln w="1279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522572" y="2299160"/>
            <a:ext cx="857524" cy="204657"/>
          </a:xfrm>
          <a:custGeom>
            <a:avLst/>
            <a:gdLst/>
            <a:ahLst/>
            <a:cxnLst/>
            <a:rect l="0" t="0" r="0" b="0"/>
            <a:pathLst>
              <a:path w="857524" h="204657">
                <a:moveTo>
                  <a:pt x="0" y="110856"/>
                </a:moveTo>
                <a:cubicBezTo>
                  <a:pt x="0" y="162660"/>
                  <a:pt x="41997" y="204657"/>
                  <a:pt x="93801" y="204657"/>
                </a:cubicBezTo>
                <a:lnTo>
                  <a:pt x="763722" y="204657"/>
                </a:lnTo>
                <a:cubicBezTo>
                  <a:pt x="815526" y="204657"/>
                  <a:pt x="857524" y="162660"/>
                  <a:pt x="857524" y="110856"/>
                </a:cubicBezTo>
                <a:lnTo>
                  <a:pt x="857524" y="93801"/>
                </a:lnTo>
                <a:cubicBezTo>
                  <a:pt x="857524" y="41997"/>
                  <a:pt x="815526" y="0"/>
                  <a:pt x="763722" y="0"/>
                </a:cubicBezTo>
                <a:lnTo>
                  <a:pt x="93801" y="0"/>
                </a:lnTo>
                <a:cubicBezTo>
                  <a:pt x="41997" y="0"/>
                  <a:pt x="0" y="41997"/>
                  <a:pt x="0" y="93801"/>
                </a:cubicBezTo>
                <a:lnTo>
                  <a:pt x="0" y="110856"/>
                </a:lnTo>
              </a:path>
            </a:pathLst>
          </a:custGeom>
          <a:solidFill>
            <a:srgbClr val="AB57D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522572" y="2299160"/>
            <a:ext cx="857521" cy="204657"/>
          </a:xfrm>
          <a:custGeom>
            <a:avLst/>
            <a:gdLst/>
            <a:ahLst/>
            <a:cxnLst/>
            <a:rect l="0" t="0" r="0" b="0"/>
            <a:pathLst>
              <a:path w="857521" h="204657">
                <a:moveTo>
                  <a:pt x="93801" y="0"/>
                </a:moveTo>
                <a:cubicBezTo>
                  <a:pt x="41996" y="0"/>
                  <a:pt x="0" y="41996"/>
                  <a:pt x="0" y="93801"/>
                </a:cubicBezTo>
                <a:moveTo>
                  <a:pt x="763719" y="0"/>
                </a:moveTo>
                <a:lnTo>
                  <a:pt x="93801" y="0"/>
                </a:lnTo>
                <a:moveTo>
                  <a:pt x="857521" y="110856"/>
                </a:moveTo>
                <a:cubicBezTo>
                  <a:pt x="857521" y="162661"/>
                  <a:pt x="815524" y="204657"/>
                  <a:pt x="763719" y="204657"/>
                </a:cubicBezTo>
                <a:moveTo>
                  <a:pt x="763719" y="0"/>
                </a:moveTo>
                <a:cubicBezTo>
                  <a:pt x="815524" y="0"/>
                  <a:pt x="857521" y="41996"/>
                  <a:pt x="857521" y="93801"/>
                </a:cubicBezTo>
                <a:moveTo>
                  <a:pt x="0" y="110856"/>
                </a:moveTo>
                <a:lnTo>
                  <a:pt x="0" y="93801"/>
                </a:lnTo>
                <a:moveTo>
                  <a:pt x="857521" y="110856"/>
                </a:moveTo>
                <a:lnTo>
                  <a:pt x="857521" y="93801"/>
                </a:lnTo>
                <a:moveTo>
                  <a:pt x="93801" y="204657"/>
                </a:moveTo>
                <a:lnTo>
                  <a:pt x="763719" y="204657"/>
                </a:lnTo>
                <a:moveTo>
                  <a:pt x="93801" y="204657"/>
                </a:moveTo>
                <a:cubicBezTo>
                  <a:pt x="41996" y="204657"/>
                  <a:pt x="0" y="162661"/>
                  <a:pt x="0" y="110856"/>
                </a:cubicBezTo>
              </a:path>
            </a:pathLst>
          </a:custGeom>
          <a:noFill/>
          <a:ln w="1279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522572" y="2606147"/>
            <a:ext cx="801499" cy="204657"/>
          </a:xfrm>
          <a:custGeom>
            <a:avLst/>
            <a:gdLst/>
            <a:ahLst/>
            <a:cxnLst/>
            <a:rect l="0" t="0" r="0" b="0"/>
            <a:pathLst>
              <a:path w="801499" h="204657">
                <a:moveTo>
                  <a:pt x="0" y="110856"/>
                </a:moveTo>
                <a:cubicBezTo>
                  <a:pt x="0" y="162660"/>
                  <a:pt x="41997" y="204657"/>
                  <a:pt x="93801" y="204657"/>
                </a:cubicBezTo>
                <a:lnTo>
                  <a:pt x="707697" y="204657"/>
                </a:lnTo>
                <a:cubicBezTo>
                  <a:pt x="759501" y="204657"/>
                  <a:pt x="801499" y="162660"/>
                  <a:pt x="801499" y="110856"/>
                </a:cubicBezTo>
                <a:lnTo>
                  <a:pt x="801499" y="93801"/>
                </a:lnTo>
                <a:cubicBezTo>
                  <a:pt x="801499" y="41997"/>
                  <a:pt x="759501" y="0"/>
                  <a:pt x="707697" y="0"/>
                </a:cubicBezTo>
                <a:lnTo>
                  <a:pt x="93801" y="0"/>
                </a:lnTo>
                <a:cubicBezTo>
                  <a:pt x="41997" y="0"/>
                  <a:pt x="0" y="41997"/>
                  <a:pt x="0" y="93801"/>
                </a:cubicBezTo>
                <a:lnTo>
                  <a:pt x="0" y="110856"/>
                </a:lnTo>
              </a:path>
            </a:pathLst>
          </a:custGeom>
          <a:solidFill>
            <a:srgbClr val="AB57D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522572" y="2606147"/>
            <a:ext cx="801498" cy="204657"/>
          </a:xfrm>
          <a:custGeom>
            <a:avLst/>
            <a:gdLst/>
            <a:ahLst/>
            <a:cxnLst/>
            <a:rect l="0" t="0" r="0" b="0"/>
            <a:pathLst>
              <a:path w="801498" h="204657">
                <a:moveTo>
                  <a:pt x="93801" y="0"/>
                </a:moveTo>
                <a:cubicBezTo>
                  <a:pt x="41996" y="0"/>
                  <a:pt x="0" y="41996"/>
                  <a:pt x="0" y="93801"/>
                </a:cubicBezTo>
                <a:moveTo>
                  <a:pt x="707696" y="0"/>
                </a:moveTo>
                <a:lnTo>
                  <a:pt x="93801" y="0"/>
                </a:lnTo>
                <a:moveTo>
                  <a:pt x="801498" y="110856"/>
                </a:moveTo>
                <a:cubicBezTo>
                  <a:pt x="801498" y="162661"/>
                  <a:pt x="759501" y="204657"/>
                  <a:pt x="707696" y="204657"/>
                </a:cubicBezTo>
                <a:moveTo>
                  <a:pt x="707696" y="0"/>
                </a:moveTo>
                <a:cubicBezTo>
                  <a:pt x="759501" y="0"/>
                  <a:pt x="801498" y="41996"/>
                  <a:pt x="801498" y="93801"/>
                </a:cubicBezTo>
                <a:moveTo>
                  <a:pt x="0" y="110856"/>
                </a:moveTo>
                <a:lnTo>
                  <a:pt x="0" y="93801"/>
                </a:lnTo>
                <a:moveTo>
                  <a:pt x="801498" y="110856"/>
                </a:moveTo>
                <a:lnTo>
                  <a:pt x="801498" y="93801"/>
                </a:lnTo>
                <a:moveTo>
                  <a:pt x="93801" y="204657"/>
                </a:moveTo>
                <a:lnTo>
                  <a:pt x="707696" y="204657"/>
                </a:lnTo>
                <a:moveTo>
                  <a:pt x="93801" y="204657"/>
                </a:moveTo>
                <a:cubicBezTo>
                  <a:pt x="41996" y="204657"/>
                  <a:pt x="0" y="162661"/>
                  <a:pt x="0" y="110856"/>
                </a:cubicBezTo>
              </a:path>
            </a:pathLst>
          </a:custGeom>
          <a:noFill/>
          <a:ln w="1279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13155" y="3629477"/>
            <a:ext cx="960125" cy="409272"/>
          </a:xfrm>
          <a:custGeom>
            <a:avLst/>
            <a:gdLst/>
            <a:ahLst/>
            <a:cxnLst/>
            <a:rect l="0" t="0" r="0" b="0"/>
            <a:pathLst>
              <a:path w="960125" h="409272">
                <a:moveTo>
                  <a:pt x="0" y="281361"/>
                </a:moveTo>
                <a:cubicBezTo>
                  <a:pt x="0" y="352011"/>
                  <a:pt x="57270" y="409272"/>
                  <a:pt x="127911" y="409272"/>
                </a:cubicBezTo>
                <a:lnTo>
                  <a:pt x="832214" y="409272"/>
                </a:lnTo>
                <a:cubicBezTo>
                  <a:pt x="902864" y="409272"/>
                  <a:pt x="960125" y="352011"/>
                  <a:pt x="960125" y="281361"/>
                </a:cubicBezTo>
                <a:lnTo>
                  <a:pt x="960125" y="127911"/>
                </a:lnTo>
                <a:cubicBezTo>
                  <a:pt x="960125" y="57270"/>
                  <a:pt x="902864" y="0"/>
                  <a:pt x="832214" y="0"/>
                </a:cubicBezTo>
                <a:lnTo>
                  <a:pt x="127911" y="0"/>
                </a:lnTo>
                <a:cubicBezTo>
                  <a:pt x="57270" y="0"/>
                  <a:pt x="0" y="57270"/>
                  <a:pt x="0" y="127911"/>
                </a:cubicBezTo>
                <a:lnTo>
                  <a:pt x="0" y="281361"/>
                </a:lnTo>
              </a:path>
            </a:pathLst>
          </a:custGeom>
          <a:solidFill>
            <a:srgbClr val="C765F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213155" y="3629477"/>
            <a:ext cx="960128" cy="409276"/>
          </a:xfrm>
          <a:custGeom>
            <a:avLst/>
            <a:gdLst/>
            <a:ahLst/>
            <a:cxnLst/>
            <a:rect l="0" t="0" r="0" b="0"/>
            <a:pathLst>
              <a:path w="960128" h="409276">
                <a:moveTo>
                  <a:pt x="127911" y="0"/>
                </a:moveTo>
                <a:cubicBezTo>
                  <a:pt x="57267" y="0"/>
                  <a:pt x="0" y="57267"/>
                  <a:pt x="0" y="127911"/>
                </a:cubicBezTo>
                <a:moveTo>
                  <a:pt x="832217" y="0"/>
                </a:moveTo>
                <a:lnTo>
                  <a:pt x="127911" y="0"/>
                </a:lnTo>
                <a:moveTo>
                  <a:pt x="960128" y="281365"/>
                </a:moveTo>
                <a:cubicBezTo>
                  <a:pt x="960128" y="352009"/>
                  <a:pt x="902860" y="409276"/>
                  <a:pt x="832217" y="409276"/>
                </a:cubicBezTo>
                <a:moveTo>
                  <a:pt x="832217" y="0"/>
                </a:moveTo>
                <a:cubicBezTo>
                  <a:pt x="902860" y="0"/>
                  <a:pt x="960128" y="57267"/>
                  <a:pt x="960128" y="127911"/>
                </a:cubicBezTo>
                <a:moveTo>
                  <a:pt x="0" y="281365"/>
                </a:moveTo>
                <a:lnTo>
                  <a:pt x="0" y="127911"/>
                </a:lnTo>
                <a:moveTo>
                  <a:pt x="960128" y="281365"/>
                </a:moveTo>
                <a:lnTo>
                  <a:pt x="960128" y="127911"/>
                </a:lnTo>
                <a:moveTo>
                  <a:pt x="127911" y="409276"/>
                </a:moveTo>
                <a:lnTo>
                  <a:pt x="832217" y="409276"/>
                </a:lnTo>
                <a:moveTo>
                  <a:pt x="127911" y="409276"/>
                </a:moveTo>
                <a:cubicBezTo>
                  <a:pt x="57267" y="409276"/>
                  <a:pt x="0" y="352009"/>
                  <a:pt x="0" y="281365"/>
                </a:cubicBezTo>
              </a:path>
            </a:pathLst>
          </a:custGeom>
          <a:noFill/>
          <a:ln w="1279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0270" y="3220120"/>
            <a:ext cx="1080643" cy="204657"/>
          </a:xfrm>
          <a:custGeom>
            <a:avLst/>
            <a:gdLst/>
            <a:ahLst/>
            <a:cxnLst/>
            <a:rect l="0" t="0" r="0" b="0"/>
            <a:pathLst>
              <a:path w="1080643" h="204657">
                <a:moveTo>
                  <a:pt x="0" y="110856"/>
                </a:moveTo>
                <a:cubicBezTo>
                  <a:pt x="0" y="162660"/>
                  <a:pt x="41997" y="204657"/>
                  <a:pt x="93801" y="204657"/>
                </a:cubicBezTo>
                <a:lnTo>
                  <a:pt x="986842" y="204657"/>
                </a:lnTo>
                <a:cubicBezTo>
                  <a:pt x="1038646" y="204657"/>
                  <a:pt x="1080643" y="162660"/>
                  <a:pt x="1080643" y="110856"/>
                </a:cubicBezTo>
                <a:lnTo>
                  <a:pt x="1080643" y="93801"/>
                </a:lnTo>
                <a:cubicBezTo>
                  <a:pt x="1080643" y="41997"/>
                  <a:pt x="1038646" y="0"/>
                  <a:pt x="986842" y="0"/>
                </a:cubicBezTo>
                <a:lnTo>
                  <a:pt x="93801" y="0"/>
                </a:lnTo>
                <a:cubicBezTo>
                  <a:pt x="41997" y="0"/>
                  <a:pt x="0" y="41997"/>
                  <a:pt x="0" y="93801"/>
                </a:cubicBezTo>
                <a:lnTo>
                  <a:pt x="0" y="110856"/>
                </a:lnTo>
              </a:path>
            </a:pathLst>
          </a:custGeom>
          <a:solidFill>
            <a:srgbClr val="C765F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480270" y="3220120"/>
            <a:ext cx="1080644" cy="204657"/>
          </a:xfrm>
          <a:custGeom>
            <a:avLst/>
            <a:gdLst/>
            <a:ahLst/>
            <a:cxnLst/>
            <a:rect l="0" t="0" r="0" b="0"/>
            <a:pathLst>
              <a:path w="1080644" h="204657">
                <a:moveTo>
                  <a:pt x="93801" y="0"/>
                </a:moveTo>
                <a:cubicBezTo>
                  <a:pt x="41996" y="0"/>
                  <a:pt x="0" y="41996"/>
                  <a:pt x="0" y="93801"/>
                </a:cubicBezTo>
                <a:moveTo>
                  <a:pt x="986842" y="0"/>
                </a:moveTo>
                <a:lnTo>
                  <a:pt x="93801" y="0"/>
                </a:lnTo>
                <a:moveTo>
                  <a:pt x="1080644" y="110856"/>
                </a:moveTo>
                <a:cubicBezTo>
                  <a:pt x="1080644" y="162661"/>
                  <a:pt x="1038647" y="204657"/>
                  <a:pt x="986842" y="204657"/>
                </a:cubicBezTo>
                <a:moveTo>
                  <a:pt x="986842" y="0"/>
                </a:moveTo>
                <a:cubicBezTo>
                  <a:pt x="1038647" y="0"/>
                  <a:pt x="1080644" y="41996"/>
                  <a:pt x="1080644" y="93801"/>
                </a:cubicBezTo>
                <a:moveTo>
                  <a:pt x="0" y="110856"/>
                </a:moveTo>
                <a:lnTo>
                  <a:pt x="0" y="93801"/>
                </a:lnTo>
                <a:moveTo>
                  <a:pt x="1080644" y="110856"/>
                </a:moveTo>
                <a:lnTo>
                  <a:pt x="1080644" y="93801"/>
                </a:lnTo>
                <a:moveTo>
                  <a:pt x="93801" y="204657"/>
                </a:moveTo>
                <a:lnTo>
                  <a:pt x="986842" y="204657"/>
                </a:lnTo>
                <a:moveTo>
                  <a:pt x="93801" y="204657"/>
                </a:moveTo>
                <a:cubicBezTo>
                  <a:pt x="41996" y="204657"/>
                  <a:pt x="0" y="162661"/>
                  <a:pt x="0" y="110856"/>
                </a:cubicBezTo>
              </a:path>
            </a:pathLst>
          </a:custGeom>
          <a:noFill/>
          <a:ln w="1279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80269" y="3527106"/>
            <a:ext cx="1106328" cy="204657"/>
          </a:xfrm>
          <a:custGeom>
            <a:avLst/>
            <a:gdLst/>
            <a:ahLst/>
            <a:cxnLst/>
            <a:rect l="0" t="0" r="0" b="0"/>
            <a:pathLst>
              <a:path w="1106328" h="204657">
                <a:moveTo>
                  <a:pt x="0" y="110856"/>
                </a:moveTo>
                <a:cubicBezTo>
                  <a:pt x="0" y="162660"/>
                  <a:pt x="41997" y="204657"/>
                  <a:pt x="93801" y="204657"/>
                </a:cubicBezTo>
                <a:lnTo>
                  <a:pt x="1012526" y="204657"/>
                </a:lnTo>
                <a:cubicBezTo>
                  <a:pt x="1064330" y="204657"/>
                  <a:pt x="1106328" y="162660"/>
                  <a:pt x="1106328" y="110856"/>
                </a:cubicBezTo>
                <a:lnTo>
                  <a:pt x="1106328" y="93801"/>
                </a:lnTo>
                <a:cubicBezTo>
                  <a:pt x="1106328" y="41997"/>
                  <a:pt x="1064330" y="0"/>
                  <a:pt x="1012526" y="0"/>
                </a:cubicBezTo>
                <a:lnTo>
                  <a:pt x="93801" y="0"/>
                </a:lnTo>
                <a:cubicBezTo>
                  <a:pt x="41997" y="0"/>
                  <a:pt x="0" y="41997"/>
                  <a:pt x="0" y="93801"/>
                </a:cubicBezTo>
                <a:lnTo>
                  <a:pt x="0" y="110856"/>
                </a:lnTo>
              </a:path>
            </a:pathLst>
          </a:custGeom>
          <a:solidFill>
            <a:srgbClr val="C765F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480269" y="3527106"/>
            <a:ext cx="1106324" cy="204657"/>
          </a:xfrm>
          <a:custGeom>
            <a:avLst/>
            <a:gdLst/>
            <a:ahLst/>
            <a:cxnLst/>
            <a:rect l="0" t="0" r="0" b="0"/>
            <a:pathLst>
              <a:path w="1106324" h="204657">
                <a:moveTo>
                  <a:pt x="93801" y="0"/>
                </a:moveTo>
                <a:cubicBezTo>
                  <a:pt x="41996" y="0"/>
                  <a:pt x="0" y="41996"/>
                  <a:pt x="0" y="93801"/>
                </a:cubicBezTo>
                <a:moveTo>
                  <a:pt x="1012523" y="0"/>
                </a:moveTo>
                <a:lnTo>
                  <a:pt x="93801" y="0"/>
                </a:lnTo>
                <a:moveTo>
                  <a:pt x="1106324" y="110856"/>
                </a:moveTo>
                <a:cubicBezTo>
                  <a:pt x="1106324" y="162661"/>
                  <a:pt x="1064328" y="204657"/>
                  <a:pt x="1012523" y="204657"/>
                </a:cubicBezTo>
                <a:moveTo>
                  <a:pt x="1012523" y="0"/>
                </a:moveTo>
                <a:cubicBezTo>
                  <a:pt x="1064328" y="0"/>
                  <a:pt x="1106324" y="41996"/>
                  <a:pt x="1106324" y="93801"/>
                </a:cubicBezTo>
                <a:moveTo>
                  <a:pt x="0" y="110856"/>
                </a:moveTo>
                <a:lnTo>
                  <a:pt x="0" y="93801"/>
                </a:lnTo>
                <a:moveTo>
                  <a:pt x="1106324" y="110856"/>
                </a:moveTo>
                <a:lnTo>
                  <a:pt x="1106324" y="93801"/>
                </a:lnTo>
                <a:moveTo>
                  <a:pt x="93801" y="204657"/>
                </a:moveTo>
                <a:lnTo>
                  <a:pt x="1012523" y="204657"/>
                </a:lnTo>
                <a:moveTo>
                  <a:pt x="93801" y="204657"/>
                </a:moveTo>
                <a:cubicBezTo>
                  <a:pt x="41996" y="204657"/>
                  <a:pt x="0" y="162661"/>
                  <a:pt x="0" y="110856"/>
                </a:cubicBezTo>
              </a:path>
            </a:pathLst>
          </a:custGeom>
          <a:noFill/>
          <a:ln w="1279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480269" y="3834093"/>
            <a:ext cx="969122" cy="307029"/>
          </a:xfrm>
          <a:custGeom>
            <a:avLst/>
            <a:gdLst/>
            <a:ahLst/>
            <a:cxnLst/>
            <a:rect l="0" t="0" r="0" b="0"/>
            <a:pathLst>
              <a:path w="969122" h="307029">
                <a:moveTo>
                  <a:pt x="0" y="213227"/>
                </a:moveTo>
                <a:cubicBezTo>
                  <a:pt x="0" y="265031"/>
                  <a:pt x="41997" y="307029"/>
                  <a:pt x="93801" y="307029"/>
                </a:cubicBezTo>
                <a:lnTo>
                  <a:pt x="875320" y="307029"/>
                </a:lnTo>
                <a:cubicBezTo>
                  <a:pt x="927133" y="307029"/>
                  <a:pt x="969122" y="265031"/>
                  <a:pt x="969122" y="213227"/>
                </a:cubicBezTo>
                <a:lnTo>
                  <a:pt x="969122" y="93801"/>
                </a:lnTo>
                <a:cubicBezTo>
                  <a:pt x="969122" y="41997"/>
                  <a:pt x="927133" y="0"/>
                  <a:pt x="875320" y="0"/>
                </a:cubicBezTo>
                <a:lnTo>
                  <a:pt x="93801" y="0"/>
                </a:lnTo>
                <a:cubicBezTo>
                  <a:pt x="41997" y="0"/>
                  <a:pt x="0" y="41997"/>
                  <a:pt x="0" y="93801"/>
                </a:cubicBezTo>
                <a:lnTo>
                  <a:pt x="0" y="213227"/>
                </a:lnTo>
              </a:path>
            </a:pathLst>
          </a:custGeom>
          <a:solidFill>
            <a:srgbClr val="C765F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480269" y="3834093"/>
            <a:ext cx="969126" cy="307028"/>
          </a:xfrm>
          <a:custGeom>
            <a:avLst/>
            <a:gdLst/>
            <a:ahLst/>
            <a:cxnLst/>
            <a:rect l="0" t="0" r="0" b="0"/>
            <a:pathLst>
              <a:path w="969126" h="307028">
                <a:moveTo>
                  <a:pt x="93801" y="0"/>
                </a:moveTo>
                <a:cubicBezTo>
                  <a:pt x="41996" y="0"/>
                  <a:pt x="0" y="41996"/>
                  <a:pt x="0" y="93801"/>
                </a:cubicBezTo>
                <a:moveTo>
                  <a:pt x="875325" y="0"/>
                </a:moveTo>
                <a:lnTo>
                  <a:pt x="93801" y="0"/>
                </a:lnTo>
                <a:moveTo>
                  <a:pt x="969126" y="213227"/>
                </a:moveTo>
                <a:cubicBezTo>
                  <a:pt x="969126" y="265032"/>
                  <a:pt x="927129" y="307028"/>
                  <a:pt x="875325" y="307028"/>
                </a:cubicBezTo>
                <a:moveTo>
                  <a:pt x="875325" y="0"/>
                </a:moveTo>
                <a:cubicBezTo>
                  <a:pt x="927129" y="0"/>
                  <a:pt x="969126" y="41996"/>
                  <a:pt x="969126" y="93801"/>
                </a:cubicBezTo>
                <a:moveTo>
                  <a:pt x="0" y="213227"/>
                </a:moveTo>
                <a:lnTo>
                  <a:pt x="0" y="93801"/>
                </a:lnTo>
                <a:moveTo>
                  <a:pt x="969126" y="213227"/>
                </a:moveTo>
                <a:lnTo>
                  <a:pt x="969126" y="93801"/>
                </a:lnTo>
                <a:moveTo>
                  <a:pt x="93801" y="307028"/>
                </a:moveTo>
                <a:lnTo>
                  <a:pt x="875325" y="307028"/>
                </a:lnTo>
                <a:moveTo>
                  <a:pt x="93801" y="307028"/>
                </a:moveTo>
                <a:cubicBezTo>
                  <a:pt x="41996" y="307028"/>
                  <a:pt x="0" y="265032"/>
                  <a:pt x="0" y="213227"/>
                </a:cubicBezTo>
              </a:path>
            </a:pathLst>
          </a:custGeom>
          <a:noFill/>
          <a:ln w="1279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480269" y="4243450"/>
            <a:ext cx="927090" cy="204657"/>
          </a:xfrm>
          <a:custGeom>
            <a:avLst/>
            <a:gdLst/>
            <a:ahLst/>
            <a:cxnLst/>
            <a:rect l="0" t="0" r="0" b="0"/>
            <a:pathLst>
              <a:path w="927090" h="204657">
                <a:moveTo>
                  <a:pt x="0" y="110856"/>
                </a:moveTo>
                <a:cubicBezTo>
                  <a:pt x="0" y="162660"/>
                  <a:pt x="41997" y="204657"/>
                  <a:pt x="93801" y="204657"/>
                </a:cubicBezTo>
                <a:lnTo>
                  <a:pt x="833289" y="204657"/>
                </a:lnTo>
                <a:cubicBezTo>
                  <a:pt x="885093" y="204657"/>
                  <a:pt x="927090" y="162660"/>
                  <a:pt x="927090" y="110856"/>
                </a:cubicBezTo>
                <a:lnTo>
                  <a:pt x="927090" y="93801"/>
                </a:lnTo>
                <a:cubicBezTo>
                  <a:pt x="927090" y="41997"/>
                  <a:pt x="885093" y="0"/>
                  <a:pt x="833289" y="0"/>
                </a:cubicBezTo>
                <a:lnTo>
                  <a:pt x="93801" y="0"/>
                </a:lnTo>
                <a:cubicBezTo>
                  <a:pt x="41997" y="0"/>
                  <a:pt x="0" y="41997"/>
                  <a:pt x="0" y="93801"/>
                </a:cubicBezTo>
                <a:lnTo>
                  <a:pt x="0" y="110856"/>
                </a:lnTo>
              </a:path>
            </a:pathLst>
          </a:custGeom>
          <a:solidFill>
            <a:srgbClr val="C765F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480269" y="4243450"/>
            <a:ext cx="927087" cy="204657"/>
          </a:xfrm>
          <a:custGeom>
            <a:avLst/>
            <a:gdLst/>
            <a:ahLst/>
            <a:cxnLst/>
            <a:rect l="0" t="0" r="0" b="0"/>
            <a:pathLst>
              <a:path w="927087" h="204657">
                <a:moveTo>
                  <a:pt x="93801" y="0"/>
                </a:moveTo>
                <a:cubicBezTo>
                  <a:pt x="41996" y="0"/>
                  <a:pt x="0" y="41996"/>
                  <a:pt x="0" y="93801"/>
                </a:cubicBezTo>
                <a:moveTo>
                  <a:pt x="833286" y="0"/>
                </a:moveTo>
                <a:lnTo>
                  <a:pt x="93801" y="0"/>
                </a:lnTo>
                <a:moveTo>
                  <a:pt x="927087" y="110856"/>
                </a:moveTo>
                <a:cubicBezTo>
                  <a:pt x="927087" y="162661"/>
                  <a:pt x="885091" y="204657"/>
                  <a:pt x="833286" y="204657"/>
                </a:cubicBezTo>
                <a:moveTo>
                  <a:pt x="833286" y="0"/>
                </a:moveTo>
                <a:cubicBezTo>
                  <a:pt x="885091" y="0"/>
                  <a:pt x="927087" y="41996"/>
                  <a:pt x="927087" y="93801"/>
                </a:cubicBezTo>
                <a:moveTo>
                  <a:pt x="0" y="110856"/>
                </a:moveTo>
                <a:lnTo>
                  <a:pt x="0" y="93801"/>
                </a:lnTo>
                <a:moveTo>
                  <a:pt x="927087" y="110856"/>
                </a:moveTo>
                <a:lnTo>
                  <a:pt x="927087" y="93801"/>
                </a:lnTo>
                <a:moveTo>
                  <a:pt x="93801" y="204657"/>
                </a:moveTo>
                <a:lnTo>
                  <a:pt x="833286" y="204657"/>
                </a:lnTo>
                <a:moveTo>
                  <a:pt x="93801" y="204657"/>
                </a:moveTo>
                <a:cubicBezTo>
                  <a:pt x="41996" y="204657"/>
                  <a:pt x="0" y="162661"/>
                  <a:pt x="0" y="110856"/>
                </a:cubicBezTo>
              </a:path>
            </a:pathLst>
          </a:custGeom>
          <a:noFill/>
          <a:ln w="1279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213155" y="5121772"/>
            <a:ext cx="745269" cy="289931"/>
          </a:xfrm>
          <a:custGeom>
            <a:avLst/>
            <a:gdLst/>
            <a:ahLst/>
            <a:cxnLst/>
            <a:rect l="0" t="0" r="0" b="0"/>
            <a:pathLst>
              <a:path w="745269" h="289931">
                <a:moveTo>
                  <a:pt x="0" y="162020"/>
                </a:moveTo>
                <a:cubicBezTo>
                  <a:pt x="0" y="232661"/>
                  <a:pt x="57270" y="289931"/>
                  <a:pt x="127911" y="289931"/>
                </a:cubicBezTo>
                <a:lnTo>
                  <a:pt x="617358" y="289931"/>
                </a:lnTo>
                <a:cubicBezTo>
                  <a:pt x="688007" y="289931"/>
                  <a:pt x="745269" y="232661"/>
                  <a:pt x="745269" y="162020"/>
                </a:cubicBezTo>
                <a:lnTo>
                  <a:pt x="745269" y="127911"/>
                </a:lnTo>
                <a:cubicBezTo>
                  <a:pt x="745269" y="57270"/>
                  <a:pt x="688007" y="0"/>
                  <a:pt x="617358" y="0"/>
                </a:cubicBezTo>
                <a:lnTo>
                  <a:pt x="127911" y="0"/>
                </a:lnTo>
                <a:cubicBezTo>
                  <a:pt x="57270" y="0"/>
                  <a:pt x="0" y="57270"/>
                  <a:pt x="0" y="127911"/>
                </a:cubicBezTo>
                <a:lnTo>
                  <a:pt x="0" y="162020"/>
                </a:lnTo>
              </a:path>
            </a:pathLst>
          </a:custGeom>
          <a:solidFill>
            <a:srgbClr val="E2A3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213155" y="5121772"/>
            <a:ext cx="745271" cy="289931"/>
          </a:xfrm>
          <a:custGeom>
            <a:avLst/>
            <a:gdLst/>
            <a:ahLst/>
            <a:cxnLst/>
            <a:rect l="0" t="0" r="0" b="0"/>
            <a:pathLst>
              <a:path w="745271" h="289931">
                <a:moveTo>
                  <a:pt x="127911" y="0"/>
                </a:moveTo>
                <a:cubicBezTo>
                  <a:pt x="57267" y="0"/>
                  <a:pt x="0" y="57267"/>
                  <a:pt x="0" y="127911"/>
                </a:cubicBezTo>
                <a:moveTo>
                  <a:pt x="617360" y="0"/>
                </a:moveTo>
                <a:lnTo>
                  <a:pt x="127911" y="0"/>
                </a:lnTo>
                <a:moveTo>
                  <a:pt x="745271" y="162020"/>
                </a:moveTo>
                <a:cubicBezTo>
                  <a:pt x="745271" y="232664"/>
                  <a:pt x="688003" y="289931"/>
                  <a:pt x="617360" y="289931"/>
                </a:cubicBezTo>
                <a:moveTo>
                  <a:pt x="617360" y="0"/>
                </a:moveTo>
                <a:cubicBezTo>
                  <a:pt x="688003" y="0"/>
                  <a:pt x="745271" y="57267"/>
                  <a:pt x="745271" y="127911"/>
                </a:cubicBezTo>
                <a:moveTo>
                  <a:pt x="0" y="162020"/>
                </a:moveTo>
                <a:lnTo>
                  <a:pt x="0" y="127911"/>
                </a:lnTo>
                <a:moveTo>
                  <a:pt x="745271" y="162020"/>
                </a:moveTo>
                <a:lnTo>
                  <a:pt x="745271" y="127911"/>
                </a:lnTo>
                <a:moveTo>
                  <a:pt x="127911" y="289931"/>
                </a:moveTo>
                <a:lnTo>
                  <a:pt x="617360" y="289931"/>
                </a:lnTo>
                <a:moveTo>
                  <a:pt x="127911" y="289931"/>
                </a:moveTo>
                <a:cubicBezTo>
                  <a:pt x="57267" y="289931"/>
                  <a:pt x="0" y="232664"/>
                  <a:pt x="0" y="162020"/>
                </a:cubicBezTo>
              </a:path>
            </a:pathLst>
          </a:custGeom>
          <a:noFill/>
          <a:ln w="1279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265413" y="4857423"/>
            <a:ext cx="452958" cy="204657"/>
          </a:xfrm>
          <a:custGeom>
            <a:avLst/>
            <a:gdLst/>
            <a:ahLst/>
            <a:cxnLst/>
            <a:rect l="0" t="0" r="0" b="0"/>
            <a:pathLst>
              <a:path w="452958" h="204657">
                <a:moveTo>
                  <a:pt x="0" y="110856"/>
                </a:moveTo>
                <a:cubicBezTo>
                  <a:pt x="0" y="162660"/>
                  <a:pt x="41997" y="204657"/>
                  <a:pt x="93801" y="204657"/>
                </a:cubicBezTo>
                <a:lnTo>
                  <a:pt x="359157" y="204657"/>
                </a:lnTo>
                <a:cubicBezTo>
                  <a:pt x="410969" y="204657"/>
                  <a:pt x="452958" y="162660"/>
                  <a:pt x="452958" y="110856"/>
                </a:cubicBezTo>
                <a:lnTo>
                  <a:pt x="452958" y="93801"/>
                </a:lnTo>
                <a:cubicBezTo>
                  <a:pt x="452958" y="41997"/>
                  <a:pt x="410969" y="0"/>
                  <a:pt x="359157" y="0"/>
                </a:cubicBezTo>
                <a:lnTo>
                  <a:pt x="93801" y="0"/>
                </a:lnTo>
                <a:cubicBezTo>
                  <a:pt x="41997" y="0"/>
                  <a:pt x="0" y="41997"/>
                  <a:pt x="0" y="93801"/>
                </a:cubicBezTo>
                <a:lnTo>
                  <a:pt x="0" y="110856"/>
                </a:lnTo>
              </a:path>
            </a:pathLst>
          </a:custGeom>
          <a:solidFill>
            <a:srgbClr val="E2A3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265413" y="4857423"/>
            <a:ext cx="452962" cy="204657"/>
          </a:xfrm>
          <a:custGeom>
            <a:avLst/>
            <a:gdLst/>
            <a:ahLst/>
            <a:cxnLst/>
            <a:rect l="0" t="0" r="0" b="0"/>
            <a:pathLst>
              <a:path w="452962" h="204657">
                <a:moveTo>
                  <a:pt x="93801" y="0"/>
                </a:moveTo>
                <a:cubicBezTo>
                  <a:pt x="41996" y="0"/>
                  <a:pt x="0" y="41996"/>
                  <a:pt x="0" y="93801"/>
                </a:cubicBezTo>
                <a:moveTo>
                  <a:pt x="359160" y="0"/>
                </a:moveTo>
                <a:lnTo>
                  <a:pt x="93801" y="0"/>
                </a:lnTo>
                <a:moveTo>
                  <a:pt x="452962" y="110856"/>
                </a:moveTo>
                <a:cubicBezTo>
                  <a:pt x="452962" y="162661"/>
                  <a:pt x="410965" y="204657"/>
                  <a:pt x="359160" y="204657"/>
                </a:cubicBezTo>
                <a:moveTo>
                  <a:pt x="359160" y="0"/>
                </a:moveTo>
                <a:cubicBezTo>
                  <a:pt x="410965" y="0"/>
                  <a:pt x="452962" y="41996"/>
                  <a:pt x="452962" y="93801"/>
                </a:cubicBezTo>
                <a:moveTo>
                  <a:pt x="0" y="110856"/>
                </a:moveTo>
                <a:lnTo>
                  <a:pt x="0" y="93801"/>
                </a:lnTo>
                <a:moveTo>
                  <a:pt x="452962" y="110856"/>
                </a:moveTo>
                <a:lnTo>
                  <a:pt x="452962" y="93801"/>
                </a:lnTo>
                <a:moveTo>
                  <a:pt x="93801" y="204657"/>
                </a:moveTo>
                <a:lnTo>
                  <a:pt x="359160" y="204657"/>
                </a:lnTo>
                <a:moveTo>
                  <a:pt x="93801" y="204657"/>
                </a:moveTo>
                <a:cubicBezTo>
                  <a:pt x="41996" y="204657"/>
                  <a:pt x="0" y="162661"/>
                  <a:pt x="0" y="110856"/>
                </a:cubicBezTo>
              </a:path>
            </a:pathLst>
          </a:custGeom>
          <a:noFill/>
          <a:ln w="1279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265413" y="5164409"/>
            <a:ext cx="302134" cy="204657"/>
          </a:xfrm>
          <a:custGeom>
            <a:avLst/>
            <a:gdLst/>
            <a:ahLst/>
            <a:cxnLst/>
            <a:rect l="0" t="0" r="0" b="0"/>
            <a:pathLst>
              <a:path w="302134" h="204657">
                <a:moveTo>
                  <a:pt x="0" y="110856"/>
                </a:moveTo>
                <a:cubicBezTo>
                  <a:pt x="0" y="162660"/>
                  <a:pt x="41997" y="204657"/>
                  <a:pt x="93801" y="204657"/>
                </a:cubicBezTo>
                <a:lnTo>
                  <a:pt x="208332" y="204657"/>
                </a:lnTo>
                <a:cubicBezTo>
                  <a:pt x="260136" y="204657"/>
                  <a:pt x="302134" y="162660"/>
                  <a:pt x="302134" y="110856"/>
                </a:cubicBezTo>
                <a:lnTo>
                  <a:pt x="302134" y="93801"/>
                </a:lnTo>
                <a:cubicBezTo>
                  <a:pt x="302134" y="41997"/>
                  <a:pt x="260136" y="0"/>
                  <a:pt x="208332" y="0"/>
                </a:cubicBezTo>
                <a:lnTo>
                  <a:pt x="93801" y="0"/>
                </a:lnTo>
                <a:cubicBezTo>
                  <a:pt x="41997" y="0"/>
                  <a:pt x="0" y="41997"/>
                  <a:pt x="0" y="93801"/>
                </a:cubicBezTo>
                <a:lnTo>
                  <a:pt x="0" y="110856"/>
                </a:lnTo>
              </a:path>
            </a:pathLst>
          </a:custGeom>
          <a:solidFill>
            <a:srgbClr val="E2A3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265413" y="5164409"/>
            <a:ext cx="302131" cy="204657"/>
          </a:xfrm>
          <a:custGeom>
            <a:avLst/>
            <a:gdLst/>
            <a:ahLst/>
            <a:cxnLst/>
            <a:rect l="0" t="0" r="0" b="0"/>
            <a:pathLst>
              <a:path w="302131" h="204657">
                <a:moveTo>
                  <a:pt x="93801" y="0"/>
                </a:moveTo>
                <a:cubicBezTo>
                  <a:pt x="41996" y="0"/>
                  <a:pt x="0" y="41996"/>
                  <a:pt x="0" y="93801"/>
                </a:cubicBezTo>
                <a:moveTo>
                  <a:pt x="208330" y="0"/>
                </a:moveTo>
                <a:lnTo>
                  <a:pt x="93801" y="0"/>
                </a:lnTo>
                <a:moveTo>
                  <a:pt x="302131" y="110856"/>
                </a:moveTo>
                <a:cubicBezTo>
                  <a:pt x="302131" y="162661"/>
                  <a:pt x="260134" y="204657"/>
                  <a:pt x="208330" y="204657"/>
                </a:cubicBezTo>
                <a:moveTo>
                  <a:pt x="208330" y="0"/>
                </a:moveTo>
                <a:cubicBezTo>
                  <a:pt x="260134" y="0"/>
                  <a:pt x="302131" y="41996"/>
                  <a:pt x="302131" y="93801"/>
                </a:cubicBezTo>
                <a:moveTo>
                  <a:pt x="0" y="110856"/>
                </a:moveTo>
                <a:lnTo>
                  <a:pt x="0" y="93801"/>
                </a:lnTo>
                <a:moveTo>
                  <a:pt x="302131" y="110856"/>
                </a:moveTo>
                <a:lnTo>
                  <a:pt x="302131" y="93801"/>
                </a:lnTo>
                <a:moveTo>
                  <a:pt x="93801" y="204657"/>
                </a:moveTo>
                <a:lnTo>
                  <a:pt x="208330" y="204657"/>
                </a:lnTo>
                <a:moveTo>
                  <a:pt x="93801" y="204657"/>
                </a:moveTo>
                <a:cubicBezTo>
                  <a:pt x="41996" y="204657"/>
                  <a:pt x="0" y="162661"/>
                  <a:pt x="0" y="110856"/>
                </a:cubicBezTo>
              </a:path>
            </a:pathLst>
          </a:custGeom>
          <a:noFill/>
          <a:ln w="1279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265413" y="5471396"/>
            <a:ext cx="710562" cy="204657"/>
          </a:xfrm>
          <a:custGeom>
            <a:avLst/>
            <a:gdLst/>
            <a:ahLst/>
            <a:cxnLst/>
            <a:rect l="0" t="0" r="0" b="0"/>
            <a:pathLst>
              <a:path w="710562" h="204657">
                <a:moveTo>
                  <a:pt x="0" y="110856"/>
                </a:moveTo>
                <a:cubicBezTo>
                  <a:pt x="0" y="162660"/>
                  <a:pt x="41997" y="204657"/>
                  <a:pt x="93801" y="204657"/>
                </a:cubicBezTo>
                <a:lnTo>
                  <a:pt x="616761" y="204657"/>
                </a:lnTo>
                <a:cubicBezTo>
                  <a:pt x="668565" y="204657"/>
                  <a:pt x="710562" y="162660"/>
                  <a:pt x="710562" y="110856"/>
                </a:cubicBezTo>
                <a:lnTo>
                  <a:pt x="710562" y="93801"/>
                </a:lnTo>
                <a:cubicBezTo>
                  <a:pt x="710562" y="41997"/>
                  <a:pt x="668565" y="0"/>
                  <a:pt x="616761" y="0"/>
                </a:cubicBezTo>
                <a:lnTo>
                  <a:pt x="93801" y="0"/>
                </a:lnTo>
                <a:cubicBezTo>
                  <a:pt x="41997" y="0"/>
                  <a:pt x="0" y="41997"/>
                  <a:pt x="0" y="93801"/>
                </a:cubicBezTo>
                <a:lnTo>
                  <a:pt x="0" y="110856"/>
                </a:lnTo>
              </a:path>
            </a:pathLst>
          </a:custGeom>
          <a:solidFill>
            <a:srgbClr val="E2A3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265413" y="5471396"/>
            <a:ext cx="710560" cy="204657"/>
          </a:xfrm>
          <a:custGeom>
            <a:avLst/>
            <a:gdLst/>
            <a:ahLst/>
            <a:cxnLst/>
            <a:rect l="0" t="0" r="0" b="0"/>
            <a:pathLst>
              <a:path w="710560" h="204657">
                <a:moveTo>
                  <a:pt x="93801" y="0"/>
                </a:moveTo>
                <a:cubicBezTo>
                  <a:pt x="41996" y="0"/>
                  <a:pt x="0" y="41996"/>
                  <a:pt x="0" y="93801"/>
                </a:cubicBezTo>
                <a:moveTo>
                  <a:pt x="616759" y="0"/>
                </a:moveTo>
                <a:lnTo>
                  <a:pt x="93801" y="0"/>
                </a:lnTo>
                <a:moveTo>
                  <a:pt x="710560" y="110856"/>
                </a:moveTo>
                <a:cubicBezTo>
                  <a:pt x="710560" y="162661"/>
                  <a:pt x="668563" y="204657"/>
                  <a:pt x="616759" y="204657"/>
                </a:cubicBezTo>
                <a:moveTo>
                  <a:pt x="616759" y="0"/>
                </a:moveTo>
                <a:cubicBezTo>
                  <a:pt x="668563" y="0"/>
                  <a:pt x="710560" y="41996"/>
                  <a:pt x="710560" y="93801"/>
                </a:cubicBezTo>
                <a:moveTo>
                  <a:pt x="0" y="110856"/>
                </a:moveTo>
                <a:lnTo>
                  <a:pt x="0" y="93801"/>
                </a:lnTo>
                <a:moveTo>
                  <a:pt x="710560" y="110856"/>
                </a:moveTo>
                <a:lnTo>
                  <a:pt x="710560" y="93801"/>
                </a:lnTo>
                <a:moveTo>
                  <a:pt x="93801" y="204657"/>
                </a:moveTo>
                <a:lnTo>
                  <a:pt x="616759" y="204657"/>
                </a:lnTo>
                <a:moveTo>
                  <a:pt x="93801" y="204657"/>
                </a:moveTo>
                <a:cubicBezTo>
                  <a:pt x="41996" y="204657"/>
                  <a:pt x="0" y="162661"/>
                  <a:pt x="0" y="110856"/>
                </a:cubicBezTo>
              </a:path>
            </a:pathLst>
          </a:custGeom>
          <a:noFill/>
          <a:ln w="1279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394524" y="2196811"/>
            <a:ext cx="818630" cy="3069928"/>
          </a:xfrm>
          <a:custGeom>
            <a:avLst/>
            <a:gdLst/>
            <a:ahLst/>
            <a:cxnLst/>
            <a:rect l="0" t="0" r="0" b="0"/>
            <a:pathLst>
              <a:path w="818630" h="3069928">
                <a:moveTo>
                  <a:pt x="0" y="1432624"/>
                </a:moveTo>
                <a:cubicBezTo>
                  <a:pt x="409315" y="1432624"/>
                  <a:pt x="409315" y="0"/>
                  <a:pt x="818630" y="0"/>
                </a:cubicBezTo>
                <a:moveTo>
                  <a:pt x="818630" y="1637303"/>
                </a:moveTo>
                <a:cubicBezTo>
                  <a:pt x="409315" y="1637303"/>
                  <a:pt x="409315" y="1432624"/>
                  <a:pt x="0" y="1432624"/>
                </a:cubicBezTo>
                <a:moveTo>
                  <a:pt x="0" y="1432624"/>
                </a:moveTo>
                <a:cubicBezTo>
                  <a:pt x="409315" y="1432624"/>
                  <a:pt x="409315" y="3069928"/>
                  <a:pt x="818630" y="3069928"/>
                </a:cubicBezTo>
              </a:path>
            </a:pathLst>
          </a:custGeom>
          <a:noFill/>
          <a:ln w="12790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215586" y="1736331"/>
            <a:ext cx="306986" cy="972145"/>
          </a:xfrm>
          <a:custGeom>
            <a:avLst/>
            <a:gdLst/>
            <a:ahLst/>
            <a:cxnLst/>
            <a:rect l="0" t="0" r="0" b="0"/>
            <a:pathLst>
              <a:path w="306986" h="972145">
                <a:moveTo>
                  <a:pt x="0" y="460479"/>
                </a:moveTo>
                <a:cubicBezTo>
                  <a:pt x="153493" y="460479"/>
                  <a:pt x="153493" y="0"/>
                  <a:pt x="306986" y="0"/>
                </a:cubicBezTo>
                <a:moveTo>
                  <a:pt x="306986" y="358172"/>
                </a:moveTo>
                <a:cubicBezTo>
                  <a:pt x="153493" y="358172"/>
                  <a:pt x="153493" y="460479"/>
                  <a:pt x="0" y="460479"/>
                </a:cubicBezTo>
                <a:moveTo>
                  <a:pt x="306986" y="665158"/>
                </a:moveTo>
                <a:cubicBezTo>
                  <a:pt x="153493" y="665158"/>
                  <a:pt x="153493" y="460479"/>
                  <a:pt x="0" y="460479"/>
                </a:cubicBezTo>
                <a:moveTo>
                  <a:pt x="0" y="460479"/>
                </a:moveTo>
                <a:cubicBezTo>
                  <a:pt x="153493" y="460479"/>
                  <a:pt x="153493" y="972145"/>
                  <a:pt x="306986" y="972145"/>
                </a:cubicBezTo>
              </a:path>
            </a:pathLst>
          </a:custGeom>
          <a:noFill/>
          <a:ln w="12790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173283" y="3322449"/>
            <a:ext cx="306986" cy="1023330"/>
          </a:xfrm>
          <a:custGeom>
            <a:avLst/>
            <a:gdLst/>
            <a:ahLst/>
            <a:cxnLst/>
            <a:rect l="0" t="0" r="0" b="0"/>
            <a:pathLst>
              <a:path w="306986" h="1023330">
                <a:moveTo>
                  <a:pt x="0" y="511665"/>
                </a:moveTo>
                <a:cubicBezTo>
                  <a:pt x="153493" y="511665"/>
                  <a:pt x="153493" y="0"/>
                  <a:pt x="306986" y="0"/>
                </a:cubicBezTo>
                <a:moveTo>
                  <a:pt x="306986" y="306986"/>
                </a:moveTo>
                <a:cubicBezTo>
                  <a:pt x="153493" y="306986"/>
                  <a:pt x="153493" y="511665"/>
                  <a:pt x="0" y="511665"/>
                </a:cubicBezTo>
                <a:moveTo>
                  <a:pt x="306986" y="665158"/>
                </a:moveTo>
                <a:cubicBezTo>
                  <a:pt x="153493" y="665158"/>
                  <a:pt x="153493" y="511665"/>
                  <a:pt x="0" y="511665"/>
                </a:cubicBezTo>
                <a:moveTo>
                  <a:pt x="0" y="511665"/>
                </a:moveTo>
                <a:cubicBezTo>
                  <a:pt x="153493" y="511665"/>
                  <a:pt x="153493" y="1023330"/>
                  <a:pt x="306986" y="1023330"/>
                </a:cubicBezTo>
              </a:path>
            </a:pathLst>
          </a:custGeom>
          <a:noFill/>
          <a:ln w="12790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958427" y="4959752"/>
            <a:ext cx="306986" cy="613973"/>
          </a:xfrm>
          <a:custGeom>
            <a:avLst/>
            <a:gdLst/>
            <a:ahLst/>
            <a:cxnLst/>
            <a:rect l="0" t="0" r="0" b="0"/>
            <a:pathLst>
              <a:path w="306986" h="613973">
                <a:moveTo>
                  <a:pt x="0" y="306986"/>
                </a:moveTo>
                <a:cubicBezTo>
                  <a:pt x="153493" y="306986"/>
                  <a:pt x="153493" y="0"/>
                  <a:pt x="306986" y="0"/>
                </a:cubicBezTo>
                <a:moveTo>
                  <a:pt x="306986" y="306986"/>
                </a:moveTo>
                <a:cubicBezTo>
                  <a:pt x="153493" y="306986"/>
                  <a:pt x="153493" y="306986"/>
                  <a:pt x="0" y="306986"/>
                </a:cubicBezTo>
                <a:moveTo>
                  <a:pt x="0" y="306986"/>
                </a:moveTo>
                <a:cubicBezTo>
                  <a:pt x="153493" y="306986"/>
                  <a:pt x="153493" y="613973"/>
                  <a:pt x="306986" y="613973"/>
                </a:cubicBezTo>
              </a:path>
            </a:pathLst>
          </a:custGeom>
          <a:noFill/>
          <a:ln w="12790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548488" y="3581085"/>
            <a:ext cx="969889" cy="102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  <a:latin typeface="Roboto"/>
              </a:rPr>
              <a:t>Serves APIs/Web Pages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5483" y="3720358"/>
            <a:ext cx="755468" cy="2387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Roboto"/>
              </a:rPr>
              <a:t>EC2 Application
Servers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10691" y="3515680"/>
            <a:ext cx="664446" cy="2387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Roboto"/>
              </a:rPr>
              <a:t>Public Subnet
Components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48488" y="3888092"/>
            <a:ext cx="832692" cy="204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  <a:latin typeface="Roboto"/>
              </a:rPr>
              <a:t>Processes Business
Logic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48488" y="3274098"/>
            <a:ext cx="944205" cy="102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  <a:latin typeface="Roboto"/>
              </a:rPr>
              <a:t>Hosts Application Code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48488" y="4297428"/>
            <a:ext cx="790652" cy="102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  <a:latin typeface="Roboto"/>
              </a:rPr>
              <a:t>Accesses RDS &amp; S3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90791" y="2660125"/>
            <a:ext cx="665060" cy="102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  <a:latin typeface="Roboto"/>
              </a:rPr>
              <a:t>SSL Termination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33633" y="4911401"/>
            <a:ext cx="316520" cy="102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  <a:latin typeface="Roboto"/>
              </a:rPr>
              <a:t>Internet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90791" y="2353139"/>
            <a:ext cx="721085" cy="102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  <a:latin typeface="Roboto"/>
              </a:rPr>
              <a:t>Distributes Traffic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90791" y="2046152"/>
            <a:ext cx="983252" cy="102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  <a:latin typeface="Roboto"/>
              </a:rPr>
              <a:t>Performs Health Checks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15483" y="5212674"/>
            <a:ext cx="540611" cy="1193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Roboto"/>
              </a:rPr>
              <a:t>Traffic Flow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90791" y="1636816"/>
            <a:ext cx="956339" cy="204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  <a:latin typeface="Roboto"/>
              </a:rPr>
              <a:t>Receives HTTP/HTTPS
Traffic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33633" y="5218388"/>
            <a:ext cx="165695" cy="102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  <a:latin typeface="Roboto"/>
              </a:rPr>
              <a:t>ALB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95822" y="881523"/>
            <a:ext cx="3347815" cy="2046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484848"/>
                </a:solidFill>
                <a:latin typeface="Roboto"/>
              </a:rPr>
              <a:t>Public Subnet Components and Traffic Flow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33633" y="5525374"/>
            <a:ext cx="574124" cy="102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  <a:latin typeface="Roboto"/>
              </a:rPr>
              <a:t>EC2 Instances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15483" y="2083055"/>
            <a:ext cx="797772" cy="2387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Roboto"/>
              </a:rPr>
              <a:t>Application Load
Balancer (ALB)</a:t>
            </a:r>
          </a:p>
        </p:txBody>
      </p:sp>
    </p:spTree>
    <p:extLst>
      <p:ext uri="{BB962C8B-B14F-4D97-AF65-F5344CB8AC3E}">
        <p14:creationId xmlns:p14="http://schemas.microsoft.com/office/powerpoint/2010/main" val="872656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75086" y="1733629"/>
            <a:ext cx="1218890" cy="1078389"/>
          </a:xfrm>
          <a:custGeom>
            <a:avLst/>
            <a:gdLst/>
            <a:ahLst/>
            <a:cxnLst/>
            <a:rect l="0" t="0" r="0" b="0"/>
            <a:pathLst>
              <a:path w="1218890" h="1078389">
                <a:moveTo>
                  <a:pt x="1218890" y="1078389"/>
                </a:moveTo>
                <a:lnTo>
                  <a:pt x="1125290" y="1078389"/>
                </a:lnTo>
                <a:lnTo>
                  <a:pt x="1125290" y="665628"/>
                </a:lnTo>
                <a:cubicBezTo>
                  <a:pt x="1125290" y="544931"/>
                  <a:pt x="986216" y="478506"/>
                  <a:pt x="893170" y="555461"/>
                </a:cubicBezTo>
                <a:cubicBezTo>
                  <a:pt x="891610" y="556709"/>
                  <a:pt x="890050" y="558035"/>
                  <a:pt x="888568" y="559361"/>
                </a:cubicBezTo>
                <a:cubicBezTo>
                  <a:pt x="746608" y="680292"/>
                  <a:pt x="568768" y="750851"/>
                  <a:pt x="382278" y="750851"/>
                </a:cubicBezTo>
                <a:lnTo>
                  <a:pt x="376740" y="750851"/>
                </a:lnTo>
                <a:cubicBezTo>
                  <a:pt x="171444" y="750851"/>
                  <a:pt x="4212" y="585007"/>
                  <a:pt x="2106" y="380257"/>
                </a:cubicBezTo>
                <a:cubicBezTo>
                  <a:pt x="0" y="170367"/>
                  <a:pt x="176358" y="0"/>
                  <a:pt x="386334" y="2028"/>
                </a:cubicBezTo>
                <a:cubicBezTo>
                  <a:pt x="455902" y="2652"/>
                  <a:pt x="530938" y="10530"/>
                  <a:pt x="606520" y="22768"/>
                </a:cubicBezTo>
                <a:cubicBezTo>
                  <a:pt x="960866" y="79996"/>
                  <a:pt x="1218890" y="384781"/>
                  <a:pt x="1218890" y="743605"/>
                </a:cubicBezTo>
                <a:lnTo>
                  <a:pt x="1218890" y="1078389"/>
                </a:lnTo>
                <a:moveTo>
                  <a:pt x="376740" y="657290"/>
                </a:moveTo>
                <a:cubicBezTo>
                  <a:pt x="531874" y="657290"/>
                  <a:pt x="657688" y="531523"/>
                  <a:pt x="657688" y="376443"/>
                </a:cubicBezTo>
                <a:cubicBezTo>
                  <a:pt x="657688" y="221356"/>
                  <a:pt x="531874" y="95518"/>
                  <a:pt x="376740" y="95518"/>
                </a:cubicBezTo>
                <a:cubicBezTo>
                  <a:pt x="221598" y="95518"/>
                  <a:pt x="95706" y="221278"/>
                  <a:pt x="95706" y="376443"/>
                </a:cubicBezTo>
                <a:cubicBezTo>
                  <a:pt x="95706" y="531601"/>
                  <a:pt x="221520" y="657290"/>
                  <a:pt x="376740" y="657290"/>
                </a:cubicBezTo>
              </a:path>
            </a:pathLst>
          </a:custGeom>
          <a:solidFill>
            <a:srgbClr val="DD57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75089" y="1733633"/>
            <a:ext cx="1218887" cy="1078386"/>
          </a:xfrm>
          <a:custGeom>
            <a:avLst/>
            <a:gdLst/>
            <a:ahLst/>
            <a:cxnLst/>
            <a:rect l="0" t="0" r="0" b="0"/>
            <a:pathLst>
              <a:path w="1218887" h="1078386">
                <a:moveTo>
                  <a:pt x="1125287" y="750809"/>
                </a:moveTo>
                <a:lnTo>
                  <a:pt x="1125287" y="1078386"/>
                </a:lnTo>
                <a:moveTo>
                  <a:pt x="1218887" y="1078386"/>
                </a:moveTo>
                <a:lnTo>
                  <a:pt x="1218887" y="750809"/>
                </a:lnTo>
                <a:moveTo>
                  <a:pt x="376734" y="657285"/>
                </a:moveTo>
                <a:cubicBezTo>
                  <a:pt x="221516" y="657285"/>
                  <a:pt x="95704" y="531598"/>
                  <a:pt x="95704" y="376438"/>
                </a:cubicBezTo>
                <a:cubicBezTo>
                  <a:pt x="95704" y="221278"/>
                  <a:pt x="221594" y="95513"/>
                  <a:pt x="376734" y="95513"/>
                </a:cubicBezTo>
                <a:cubicBezTo>
                  <a:pt x="531874" y="95513"/>
                  <a:pt x="657685" y="221356"/>
                  <a:pt x="657685" y="376438"/>
                </a:cubicBezTo>
                <a:cubicBezTo>
                  <a:pt x="657685" y="531520"/>
                  <a:pt x="531874" y="657285"/>
                  <a:pt x="376734" y="657285"/>
                </a:cubicBezTo>
                <a:close/>
                <a:moveTo>
                  <a:pt x="1218887" y="750849"/>
                </a:moveTo>
                <a:lnTo>
                  <a:pt x="1218887" y="743598"/>
                </a:lnTo>
                <a:cubicBezTo>
                  <a:pt x="1218887" y="384781"/>
                  <a:pt x="960867" y="79996"/>
                  <a:pt x="606518" y="22767"/>
                </a:cubicBezTo>
                <a:cubicBezTo>
                  <a:pt x="530937" y="10526"/>
                  <a:pt x="455902" y="2651"/>
                  <a:pt x="386327" y="2027"/>
                </a:cubicBezTo>
                <a:cubicBezTo>
                  <a:pt x="176355" y="0"/>
                  <a:pt x="0" y="170363"/>
                  <a:pt x="2105" y="380258"/>
                </a:cubicBezTo>
                <a:cubicBezTo>
                  <a:pt x="4212" y="585007"/>
                  <a:pt x="171441" y="750849"/>
                  <a:pt x="376734" y="750849"/>
                </a:cubicBezTo>
                <a:lnTo>
                  <a:pt x="382271" y="750849"/>
                </a:lnTo>
                <a:cubicBezTo>
                  <a:pt x="568767" y="750849"/>
                  <a:pt x="746604" y="680287"/>
                  <a:pt x="888562" y="559355"/>
                </a:cubicBezTo>
                <a:cubicBezTo>
                  <a:pt x="890044" y="558029"/>
                  <a:pt x="891603" y="556704"/>
                  <a:pt x="893163" y="555456"/>
                </a:cubicBezTo>
                <a:cubicBezTo>
                  <a:pt x="986217" y="478501"/>
                  <a:pt x="1125288" y="544931"/>
                  <a:pt x="1125288" y="665628"/>
                </a:cubicBezTo>
                <a:lnTo>
                  <a:pt x="1125288" y="750849"/>
                </a:lnTo>
              </a:path>
            </a:pathLst>
          </a:custGeom>
          <a:noFill/>
          <a:ln w="11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00377" y="2812019"/>
            <a:ext cx="93600" cy="3182329"/>
          </a:xfrm>
          <a:custGeom>
            <a:avLst/>
            <a:gdLst/>
            <a:ahLst/>
            <a:cxnLst/>
            <a:rect l="0" t="0" r="0" b="0"/>
            <a:pathLst>
              <a:path w="93600" h="3182329">
                <a:moveTo>
                  <a:pt x="93600" y="0"/>
                </a:moveTo>
                <a:lnTo>
                  <a:pt x="0" y="0"/>
                </a:lnTo>
                <a:lnTo>
                  <a:pt x="0" y="3182329"/>
                </a:lnTo>
                <a:lnTo>
                  <a:pt x="93600" y="3182329"/>
                </a:lnTo>
                <a:lnTo>
                  <a:pt x="93600" y="0"/>
                </a:lnTo>
              </a:path>
            </a:pathLst>
          </a:custGeom>
          <a:solidFill>
            <a:srgbClr val="DD57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92577" y="2812019"/>
            <a:ext cx="109200" cy="3182332"/>
          </a:xfrm>
          <a:custGeom>
            <a:avLst/>
            <a:gdLst/>
            <a:ahLst/>
            <a:cxnLst/>
            <a:rect l="0" t="0" r="0" b="0"/>
            <a:pathLst>
              <a:path w="109200" h="3182332">
                <a:moveTo>
                  <a:pt x="7800" y="0"/>
                </a:moveTo>
                <a:lnTo>
                  <a:pt x="7800" y="3182332"/>
                </a:lnTo>
                <a:moveTo>
                  <a:pt x="7800" y="3182332"/>
                </a:moveTo>
                <a:lnTo>
                  <a:pt x="0" y="3182332"/>
                </a:lnTo>
                <a:moveTo>
                  <a:pt x="7800" y="3182332"/>
                </a:moveTo>
                <a:lnTo>
                  <a:pt x="101400" y="3182332"/>
                </a:lnTo>
                <a:moveTo>
                  <a:pt x="101400" y="3182332"/>
                </a:moveTo>
                <a:lnTo>
                  <a:pt x="101400" y="0"/>
                </a:lnTo>
                <a:moveTo>
                  <a:pt x="101400" y="3182332"/>
                </a:moveTo>
                <a:lnTo>
                  <a:pt x="109200" y="3182332"/>
                </a:lnTo>
              </a:path>
            </a:pathLst>
          </a:custGeom>
          <a:noFill/>
          <a:ln w="11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81486" y="2763207"/>
            <a:ext cx="1218890" cy="1265565"/>
          </a:xfrm>
          <a:custGeom>
            <a:avLst/>
            <a:gdLst/>
            <a:ahLst/>
            <a:cxnLst/>
            <a:rect l="0" t="0" r="0" b="0"/>
            <a:pathLst>
              <a:path w="1218890" h="1265565">
                <a:moveTo>
                  <a:pt x="1218890" y="1265565"/>
                </a:moveTo>
                <a:lnTo>
                  <a:pt x="1125290" y="1265565"/>
                </a:lnTo>
                <a:lnTo>
                  <a:pt x="1125290" y="665628"/>
                </a:lnTo>
                <a:cubicBezTo>
                  <a:pt x="1125290" y="544931"/>
                  <a:pt x="986216" y="478506"/>
                  <a:pt x="893170" y="555461"/>
                </a:cubicBezTo>
                <a:cubicBezTo>
                  <a:pt x="891610" y="556709"/>
                  <a:pt x="890050" y="558035"/>
                  <a:pt x="888568" y="559361"/>
                </a:cubicBezTo>
                <a:cubicBezTo>
                  <a:pt x="746608" y="680292"/>
                  <a:pt x="568768" y="750851"/>
                  <a:pt x="382278" y="750851"/>
                </a:cubicBezTo>
                <a:lnTo>
                  <a:pt x="376740" y="750851"/>
                </a:lnTo>
                <a:cubicBezTo>
                  <a:pt x="171444" y="750851"/>
                  <a:pt x="4212" y="585007"/>
                  <a:pt x="2106" y="380257"/>
                </a:cubicBezTo>
                <a:cubicBezTo>
                  <a:pt x="0" y="170367"/>
                  <a:pt x="176358" y="0"/>
                  <a:pt x="386334" y="2027"/>
                </a:cubicBezTo>
                <a:cubicBezTo>
                  <a:pt x="455902" y="2651"/>
                  <a:pt x="530938" y="10529"/>
                  <a:pt x="606520" y="22768"/>
                </a:cubicBezTo>
                <a:cubicBezTo>
                  <a:pt x="960866" y="79996"/>
                  <a:pt x="1218890" y="384781"/>
                  <a:pt x="1218890" y="743605"/>
                </a:cubicBezTo>
                <a:lnTo>
                  <a:pt x="1218890" y="1265565"/>
                </a:lnTo>
                <a:moveTo>
                  <a:pt x="376740" y="657290"/>
                </a:moveTo>
                <a:cubicBezTo>
                  <a:pt x="531874" y="657290"/>
                  <a:pt x="657688" y="531523"/>
                  <a:pt x="657688" y="376443"/>
                </a:cubicBezTo>
                <a:cubicBezTo>
                  <a:pt x="657688" y="221356"/>
                  <a:pt x="531874" y="95518"/>
                  <a:pt x="376740" y="95518"/>
                </a:cubicBezTo>
                <a:cubicBezTo>
                  <a:pt x="221598" y="95518"/>
                  <a:pt x="95706" y="221278"/>
                  <a:pt x="95706" y="376443"/>
                </a:cubicBezTo>
                <a:cubicBezTo>
                  <a:pt x="95706" y="531601"/>
                  <a:pt x="221520" y="657290"/>
                  <a:pt x="376740" y="657290"/>
                </a:cubicBezTo>
              </a:path>
            </a:pathLst>
          </a:custGeom>
          <a:solidFill>
            <a:srgbClr val="7F64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381489" y="2763210"/>
            <a:ext cx="1218887" cy="1265564"/>
          </a:xfrm>
          <a:custGeom>
            <a:avLst/>
            <a:gdLst/>
            <a:ahLst/>
            <a:cxnLst/>
            <a:rect l="0" t="0" r="0" b="0"/>
            <a:pathLst>
              <a:path w="1218887" h="1265564">
                <a:moveTo>
                  <a:pt x="1125287" y="844409"/>
                </a:moveTo>
                <a:lnTo>
                  <a:pt x="1125287" y="1265564"/>
                </a:lnTo>
                <a:moveTo>
                  <a:pt x="1218887" y="1265564"/>
                </a:moveTo>
                <a:lnTo>
                  <a:pt x="1218887" y="844409"/>
                </a:lnTo>
                <a:moveTo>
                  <a:pt x="376734" y="657285"/>
                </a:moveTo>
                <a:cubicBezTo>
                  <a:pt x="221516" y="657285"/>
                  <a:pt x="95704" y="531598"/>
                  <a:pt x="95704" y="376438"/>
                </a:cubicBezTo>
                <a:cubicBezTo>
                  <a:pt x="95704" y="221278"/>
                  <a:pt x="221594" y="95513"/>
                  <a:pt x="376734" y="95513"/>
                </a:cubicBezTo>
                <a:cubicBezTo>
                  <a:pt x="531874" y="95513"/>
                  <a:pt x="657685" y="221356"/>
                  <a:pt x="657685" y="376438"/>
                </a:cubicBezTo>
                <a:cubicBezTo>
                  <a:pt x="657685" y="531520"/>
                  <a:pt x="531874" y="657285"/>
                  <a:pt x="376734" y="657285"/>
                </a:cubicBezTo>
                <a:close/>
                <a:moveTo>
                  <a:pt x="1218887" y="844409"/>
                </a:moveTo>
                <a:lnTo>
                  <a:pt x="1218887" y="743598"/>
                </a:lnTo>
                <a:cubicBezTo>
                  <a:pt x="1218887" y="384781"/>
                  <a:pt x="960867" y="79996"/>
                  <a:pt x="606518" y="22767"/>
                </a:cubicBezTo>
                <a:cubicBezTo>
                  <a:pt x="530937" y="10526"/>
                  <a:pt x="455902" y="2651"/>
                  <a:pt x="386327" y="2027"/>
                </a:cubicBezTo>
                <a:cubicBezTo>
                  <a:pt x="176355" y="0"/>
                  <a:pt x="0" y="170363"/>
                  <a:pt x="2105" y="380258"/>
                </a:cubicBezTo>
                <a:cubicBezTo>
                  <a:pt x="4212" y="585007"/>
                  <a:pt x="171441" y="750849"/>
                  <a:pt x="376734" y="750849"/>
                </a:cubicBezTo>
                <a:lnTo>
                  <a:pt x="382271" y="750849"/>
                </a:lnTo>
                <a:cubicBezTo>
                  <a:pt x="568767" y="750849"/>
                  <a:pt x="746604" y="680287"/>
                  <a:pt x="888562" y="559355"/>
                </a:cubicBezTo>
                <a:cubicBezTo>
                  <a:pt x="890044" y="558029"/>
                  <a:pt x="891603" y="556704"/>
                  <a:pt x="893163" y="555456"/>
                </a:cubicBezTo>
                <a:cubicBezTo>
                  <a:pt x="986217" y="478501"/>
                  <a:pt x="1125288" y="544931"/>
                  <a:pt x="1125288" y="665628"/>
                </a:cubicBezTo>
                <a:lnTo>
                  <a:pt x="1125288" y="844409"/>
                </a:lnTo>
              </a:path>
            </a:pathLst>
          </a:custGeom>
          <a:noFill/>
          <a:ln w="11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06777" y="4028773"/>
            <a:ext cx="93600" cy="1965576"/>
          </a:xfrm>
          <a:custGeom>
            <a:avLst/>
            <a:gdLst/>
            <a:ahLst/>
            <a:cxnLst/>
            <a:rect l="0" t="0" r="0" b="0"/>
            <a:pathLst>
              <a:path w="93600" h="1965576">
                <a:moveTo>
                  <a:pt x="93600" y="0"/>
                </a:moveTo>
                <a:lnTo>
                  <a:pt x="0" y="0"/>
                </a:lnTo>
                <a:lnTo>
                  <a:pt x="0" y="1965576"/>
                </a:lnTo>
                <a:lnTo>
                  <a:pt x="93600" y="1965576"/>
                </a:lnTo>
                <a:lnTo>
                  <a:pt x="93600" y="0"/>
                </a:lnTo>
              </a:path>
            </a:pathLst>
          </a:custGeom>
          <a:solidFill>
            <a:srgbClr val="7F64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98977" y="4028773"/>
            <a:ext cx="109200" cy="1965577"/>
          </a:xfrm>
          <a:custGeom>
            <a:avLst/>
            <a:gdLst/>
            <a:ahLst/>
            <a:cxnLst/>
            <a:rect l="0" t="0" r="0" b="0"/>
            <a:pathLst>
              <a:path w="109200" h="1965577">
                <a:moveTo>
                  <a:pt x="7800" y="0"/>
                </a:moveTo>
                <a:lnTo>
                  <a:pt x="7800" y="1965577"/>
                </a:lnTo>
                <a:moveTo>
                  <a:pt x="7800" y="1965577"/>
                </a:moveTo>
                <a:lnTo>
                  <a:pt x="0" y="1965577"/>
                </a:lnTo>
                <a:moveTo>
                  <a:pt x="7800" y="1965577"/>
                </a:moveTo>
                <a:lnTo>
                  <a:pt x="101400" y="1965577"/>
                </a:lnTo>
                <a:moveTo>
                  <a:pt x="101400" y="1965577"/>
                </a:moveTo>
                <a:lnTo>
                  <a:pt x="101400" y="0"/>
                </a:lnTo>
                <a:moveTo>
                  <a:pt x="101400" y="1965577"/>
                </a:moveTo>
                <a:lnTo>
                  <a:pt x="109200" y="1965577"/>
                </a:lnTo>
              </a:path>
            </a:pathLst>
          </a:custGeom>
          <a:noFill/>
          <a:ln w="11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287886" y="3933161"/>
            <a:ext cx="1218890" cy="1125189"/>
          </a:xfrm>
          <a:custGeom>
            <a:avLst/>
            <a:gdLst/>
            <a:ahLst/>
            <a:cxnLst/>
            <a:rect l="0" t="0" r="0" b="0"/>
            <a:pathLst>
              <a:path w="1218890" h="1125189">
                <a:moveTo>
                  <a:pt x="1218890" y="1125189"/>
                </a:moveTo>
                <a:lnTo>
                  <a:pt x="1125290" y="1125189"/>
                </a:lnTo>
                <a:lnTo>
                  <a:pt x="1125290" y="665628"/>
                </a:lnTo>
                <a:cubicBezTo>
                  <a:pt x="1125290" y="544931"/>
                  <a:pt x="986216" y="478506"/>
                  <a:pt x="893170" y="555461"/>
                </a:cubicBezTo>
                <a:cubicBezTo>
                  <a:pt x="891610" y="556709"/>
                  <a:pt x="890050" y="558035"/>
                  <a:pt x="888568" y="559361"/>
                </a:cubicBezTo>
                <a:cubicBezTo>
                  <a:pt x="746608" y="680292"/>
                  <a:pt x="568768" y="750851"/>
                  <a:pt x="382278" y="750851"/>
                </a:cubicBezTo>
                <a:lnTo>
                  <a:pt x="376740" y="750851"/>
                </a:lnTo>
                <a:cubicBezTo>
                  <a:pt x="171444" y="750851"/>
                  <a:pt x="4212" y="585007"/>
                  <a:pt x="2106" y="380257"/>
                </a:cubicBezTo>
                <a:cubicBezTo>
                  <a:pt x="0" y="170367"/>
                  <a:pt x="176358" y="0"/>
                  <a:pt x="386334" y="2027"/>
                </a:cubicBezTo>
                <a:cubicBezTo>
                  <a:pt x="455902" y="2651"/>
                  <a:pt x="530938" y="10529"/>
                  <a:pt x="606520" y="22768"/>
                </a:cubicBezTo>
                <a:cubicBezTo>
                  <a:pt x="960866" y="79996"/>
                  <a:pt x="1218890" y="384781"/>
                  <a:pt x="1218890" y="743605"/>
                </a:cubicBezTo>
                <a:lnTo>
                  <a:pt x="1218890" y="1125189"/>
                </a:lnTo>
                <a:moveTo>
                  <a:pt x="376740" y="657290"/>
                </a:moveTo>
                <a:cubicBezTo>
                  <a:pt x="531874" y="657290"/>
                  <a:pt x="657688" y="531523"/>
                  <a:pt x="657688" y="376443"/>
                </a:cubicBezTo>
                <a:cubicBezTo>
                  <a:pt x="657688" y="221356"/>
                  <a:pt x="531874" y="95518"/>
                  <a:pt x="376740" y="95518"/>
                </a:cubicBezTo>
                <a:cubicBezTo>
                  <a:pt x="221598" y="95518"/>
                  <a:pt x="95706" y="221278"/>
                  <a:pt x="95706" y="376443"/>
                </a:cubicBezTo>
                <a:cubicBezTo>
                  <a:pt x="95706" y="531601"/>
                  <a:pt x="221520" y="657290"/>
                  <a:pt x="376740" y="657290"/>
                </a:cubicBezTo>
              </a:path>
            </a:pathLst>
          </a:custGeom>
          <a:solidFill>
            <a:srgbClr val="3BC48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87889" y="3933164"/>
            <a:ext cx="1218887" cy="1125186"/>
          </a:xfrm>
          <a:custGeom>
            <a:avLst/>
            <a:gdLst/>
            <a:ahLst/>
            <a:cxnLst/>
            <a:rect l="0" t="0" r="0" b="0"/>
            <a:pathLst>
              <a:path w="1218887" h="1125186">
                <a:moveTo>
                  <a:pt x="1125287" y="844409"/>
                </a:moveTo>
                <a:lnTo>
                  <a:pt x="1125287" y="1125186"/>
                </a:lnTo>
                <a:moveTo>
                  <a:pt x="1218887" y="1125186"/>
                </a:moveTo>
                <a:lnTo>
                  <a:pt x="1218887" y="844409"/>
                </a:lnTo>
                <a:moveTo>
                  <a:pt x="376734" y="657285"/>
                </a:moveTo>
                <a:cubicBezTo>
                  <a:pt x="221516" y="657285"/>
                  <a:pt x="95704" y="531598"/>
                  <a:pt x="95704" y="376438"/>
                </a:cubicBezTo>
                <a:cubicBezTo>
                  <a:pt x="95704" y="221278"/>
                  <a:pt x="221594" y="95513"/>
                  <a:pt x="376734" y="95513"/>
                </a:cubicBezTo>
                <a:cubicBezTo>
                  <a:pt x="531874" y="95513"/>
                  <a:pt x="657685" y="221356"/>
                  <a:pt x="657685" y="376438"/>
                </a:cubicBezTo>
                <a:cubicBezTo>
                  <a:pt x="657685" y="531520"/>
                  <a:pt x="531874" y="657285"/>
                  <a:pt x="376734" y="657285"/>
                </a:cubicBezTo>
                <a:close/>
                <a:moveTo>
                  <a:pt x="1218887" y="844409"/>
                </a:moveTo>
                <a:lnTo>
                  <a:pt x="1218887" y="743598"/>
                </a:lnTo>
                <a:cubicBezTo>
                  <a:pt x="1218887" y="384781"/>
                  <a:pt x="960867" y="79996"/>
                  <a:pt x="606518" y="22767"/>
                </a:cubicBezTo>
                <a:cubicBezTo>
                  <a:pt x="530937" y="10526"/>
                  <a:pt x="455902" y="2651"/>
                  <a:pt x="386327" y="2027"/>
                </a:cubicBezTo>
                <a:cubicBezTo>
                  <a:pt x="176355" y="0"/>
                  <a:pt x="0" y="170363"/>
                  <a:pt x="2105" y="380258"/>
                </a:cubicBezTo>
                <a:cubicBezTo>
                  <a:pt x="4212" y="585007"/>
                  <a:pt x="171441" y="750849"/>
                  <a:pt x="376734" y="750849"/>
                </a:cubicBezTo>
                <a:lnTo>
                  <a:pt x="382271" y="750849"/>
                </a:lnTo>
                <a:cubicBezTo>
                  <a:pt x="568767" y="750849"/>
                  <a:pt x="746604" y="680287"/>
                  <a:pt x="888562" y="559355"/>
                </a:cubicBezTo>
                <a:cubicBezTo>
                  <a:pt x="890044" y="558029"/>
                  <a:pt x="891603" y="556704"/>
                  <a:pt x="893163" y="555456"/>
                </a:cubicBezTo>
                <a:cubicBezTo>
                  <a:pt x="986217" y="478501"/>
                  <a:pt x="1125288" y="544931"/>
                  <a:pt x="1125288" y="665628"/>
                </a:cubicBezTo>
                <a:lnTo>
                  <a:pt x="1125288" y="844409"/>
                </a:lnTo>
              </a:path>
            </a:pathLst>
          </a:custGeom>
          <a:noFill/>
          <a:ln w="11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13177" y="4964773"/>
            <a:ext cx="93600" cy="1029576"/>
          </a:xfrm>
          <a:custGeom>
            <a:avLst/>
            <a:gdLst/>
            <a:ahLst/>
            <a:cxnLst/>
            <a:rect l="0" t="0" r="0" b="0"/>
            <a:pathLst>
              <a:path w="93600" h="1029576">
                <a:moveTo>
                  <a:pt x="93600" y="0"/>
                </a:moveTo>
                <a:lnTo>
                  <a:pt x="0" y="0"/>
                </a:lnTo>
                <a:lnTo>
                  <a:pt x="0" y="1029576"/>
                </a:lnTo>
                <a:lnTo>
                  <a:pt x="93600" y="1029576"/>
                </a:lnTo>
                <a:lnTo>
                  <a:pt x="93600" y="0"/>
                </a:lnTo>
              </a:path>
            </a:pathLst>
          </a:custGeom>
          <a:solidFill>
            <a:srgbClr val="3BC48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13177" y="4964773"/>
            <a:ext cx="93600" cy="1029577"/>
          </a:xfrm>
          <a:custGeom>
            <a:avLst/>
            <a:gdLst/>
            <a:ahLst/>
            <a:cxnLst/>
            <a:rect l="0" t="0" r="0" b="0"/>
            <a:pathLst>
              <a:path w="93600" h="1029577">
                <a:moveTo>
                  <a:pt x="0" y="0"/>
                </a:moveTo>
                <a:lnTo>
                  <a:pt x="0" y="1029577"/>
                </a:lnTo>
                <a:lnTo>
                  <a:pt x="93600" y="1029577"/>
                </a:lnTo>
                <a:lnTo>
                  <a:pt x="93600" y="0"/>
                </a:lnTo>
              </a:path>
            </a:pathLst>
          </a:custGeom>
          <a:noFill/>
          <a:ln w="11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693977" y="1452875"/>
            <a:ext cx="1218890" cy="1218765"/>
          </a:xfrm>
          <a:custGeom>
            <a:avLst/>
            <a:gdLst/>
            <a:ahLst/>
            <a:cxnLst/>
            <a:rect l="0" t="0" r="0" b="0"/>
            <a:pathLst>
              <a:path w="1218890" h="1218765">
                <a:moveTo>
                  <a:pt x="0" y="1218765"/>
                </a:moveTo>
                <a:lnTo>
                  <a:pt x="93600" y="1218765"/>
                </a:lnTo>
                <a:lnTo>
                  <a:pt x="93600" y="665628"/>
                </a:lnTo>
                <a:cubicBezTo>
                  <a:pt x="93600" y="544931"/>
                  <a:pt x="232666" y="478506"/>
                  <a:pt x="325720" y="555461"/>
                </a:cubicBezTo>
                <a:cubicBezTo>
                  <a:pt x="327280" y="556709"/>
                  <a:pt x="328840" y="558035"/>
                  <a:pt x="330322" y="559361"/>
                </a:cubicBezTo>
                <a:cubicBezTo>
                  <a:pt x="472282" y="680292"/>
                  <a:pt x="650122" y="750851"/>
                  <a:pt x="836612" y="750851"/>
                </a:cubicBezTo>
                <a:lnTo>
                  <a:pt x="842150" y="750851"/>
                </a:lnTo>
                <a:cubicBezTo>
                  <a:pt x="1047446" y="750851"/>
                  <a:pt x="1214678" y="585007"/>
                  <a:pt x="1216784" y="380257"/>
                </a:cubicBezTo>
                <a:cubicBezTo>
                  <a:pt x="1218890" y="170367"/>
                  <a:pt x="1042532" y="0"/>
                  <a:pt x="832556" y="2027"/>
                </a:cubicBezTo>
                <a:cubicBezTo>
                  <a:pt x="762980" y="2651"/>
                  <a:pt x="687952" y="10529"/>
                  <a:pt x="612370" y="22768"/>
                </a:cubicBezTo>
                <a:cubicBezTo>
                  <a:pt x="258016" y="79996"/>
                  <a:pt x="0" y="384781"/>
                  <a:pt x="0" y="743605"/>
                </a:cubicBezTo>
                <a:lnTo>
                  <a:pt x="0" y="1218765"/>
                </a:lnTo>
                <a:moveTo>
                  <a:pt x="842150" y="657290"/>
                </a:moveTo>
                <a:cubicBezTo>
                  <a:pt x="687016" y="657290"/>
                  <a:pt x="561202" y="531523"/>
                  <a:pt x="561202" y="376443"/>
                </a:cubicBezTo>
                <a:cubicBezTo>
                  <a:pt x="561202" y="221356"/>
                  <a:pt x="687016" y="95518"/>
                  <a:pt x="842150" y="95518"/>
                </a:cubicBezTo>
                <a:cubicBezTo>
                  <a:pt x="997292" y="95518"/>
                  <a:pt x="1123184" y="221278"/>
                  <a:pt x="1123184" y="376443"/>
                </a:cubicBezTo>
                <a:cubicBezTo>
                  <a:pt x="1123184" y="531601"/>
                  <a:pt x="997370" y="657290"/>
                  <a:pt x="842150" y="657290"/>
                </a:cubicBezTo>
              </a:path>
            </a:pathLst>
          </a:custGeom>
          <a:solidFill>
            <a:srgbClr val="E4575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693977" y="1452878"/>
            <a:ext cx="1218887" cy="1218764"/>
          </a:xfrm>
          <a:custGeom>
            <a:avLst/>
            <a:gdLst/>
            <a:ahLst/>
            <a:cxnLst/>
            <a:rect l="0" t="0" r="0" b="0"/>
            <a:pathLst>
              <a:path w="1218887" h="1218764">
                <a:moveTo>
                  <a:pt x="93600" y="750809"/>
                </a:moveTo>
                <a:lnTo>
                  <a:pt x="93600" y="1218764"/>
                </a:lnTo>
                <a:moveTo>
                  <a:pt x="0" y="1218764"/>
                </a:moveTo>
                <a:lnTo>
                  <a:pt x="0" y="750809"/>
                </a:lnTo>
                <a:moveTo>
                  <a:pt x="842152" y="657285"/>
                </a:moveTo>
                <a:cubicBezTo>
                  <a:pt x="997370" y="657285"/>
                  <a:pt x="1123182" y="531598"/>
                  <a:pt x="1123182" y="376438"/>
                </a:cubicBezTo>
                <a:cubicBezTo>
                  <a:pt x="1123182" y="221278"/>
                  <a:pt x="997292" y="95513"/>
                  <a:pt x="842152" y="95513"/>
                </a:cubicBezTo>
                <a:cubicBezTo>
                  <a:pt x="687013" y="95513"/>
                  <a:pt x="561201" y="221356"/>
                  <a:pt x="561201" y="376438"/>
                </a:cubicBezTo>
                <a:cubicBezTo>
                  <a:pt x="561201" y="531520"/>
                  <a:pt x="687013" y="657285"/>
                  <a:pt x="842152" y="657285"/>
                </a:cubicBezTo>
                <a:close/>
                <a:moveTo>
                  <a:pt x="0" y="750849"/>
                </a:moveTo>
                <a:lnTo>
                  <a:pt x="0" y="743598"/>
                </a:lnTo>
                <a:cubicBezTo>
                  <a:pt x="0" y="384781"/>
                  <a:pt x="258020" y="79996"/>
                  <a:pt x="612368" y="22767"/>
                </a:cubicBezTo>
                <a:cubicBezTo>
                  <a:pt x="687949" y="10526"/>
                  <a:pt x="762984" y="2651"/>
                  <a:pt x="832558" y="2027"/>
                </a:cubicBezTo>
                <a:cubicBezTo>
                  <a:pt x="1042531" y="0"/>
                  <a:pt x="1218887" y="170363"/>
                  <a:pt x="1216781" y="380258"/>
                </a:cubicBezTo>
                <a:cubicBezTo>
                  <a:pt x="1214675" y="585007"/>
                  <a:pt x="1047445" y="750849"/>
                  <a:pt x="842152" y="750849"/>
                </a:cubicBezTo>
                <a:lnTo>
                  <a:pt x="836615" y="750849"/>
                </a:lnTo>
                <a:cubicBezTo>
                  <a:pt x="650119" y="750849"/>
                  <a:pt x="472282" y="680287"/>
                  <a:pt x="330324" y="559355"/>
                </a:cubicBezTo>
                <a:cubicBezTo>
                  <a:pt x="328842" y="558029"/>
                  <a:pt x="327283" y="556704"/>
                  <a:pt x="325723" y="555456"/>
                </a:cubicBezTo>
                <a:cubicBezTo>
                  <a:pt x="232670" y="478501"/>
                  <a:pt x="93598" y="544931"/>
                  <a:pt x="93598" y="665628"/>
                </a:cubicBezTo>
                <a:lnTo>
                  <a:pt x="93598" y="750849"/>
                </a:lnTo>
              </a:path>
            </a:pathLst>
          </a:custGeom>
          <a:noFill/>
          <a:ln w="11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693977" y="2671642"/>
            <a:ext cx="93600" cy="3322706"/>
          </a:xfrm>
          <a:custGeom>
            <a:avLst/>
            <a:gdLst/>
            <a:ahLst/>
            <a:cxnLst/>
            <a:rect l="0" t="0" r="0" b="0"/>
            <a:pathLst>
              <a:path w="93600" h="3322706">
                <a:moveTo>
                  <a:pt x="0" y="0"/>
                </a:moveTo>
                <a:lnTo>
                  <a:pt x="93600" y="0"/>
                </a:lnTo>
                <a:lnTo>
                  <a:pt x="93600" y="3322706"/>
                </a:lnTo>
                <a:lnTo>
                  <a:pt x="0" y="3322706"/>
                </a:lnTo>
                <a:lnTo>
                  <a:pt x="0" y="0"/>
                </a:lnTo>
              </a:path>
            </a:pathLst>
          </a:custGeom>
          <a:solidFill>
            <a:srgbClr val="E4575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686177" y="2671642"/>
            <a:ext cx="109200" cy="3322710"/>
          </a:xfrm>
          <a:custGeom>
            <a:avLst/>
            <a:gdLst/>
            <a:ahLst/>
            <a:cxnLst/>
            <a:rect l="0" t="0" r="0" b="0"/>
            <a:pathLst>
              <a:path w="109200" h="3322710">
                <a:moveTo>
                  <a:pt x="101400" y="0"/>
                </a:moveTo>
                <a:lnTo>
                  <a:pt x="101400" y="3322710"/>
                </a:lnTo>
                <a:moveTo>
                  <a:pt x="101400" y="3322710"/>
                </a:moveTo>
                <a:lnTo>
                  <a:pt x="109200" y="3322710"/>
                </a:lnTo>
                <a:moveTo>
                  <a:pt x="101400" y="3322710"/>
                </a:moveTo>
                <a:lnTo>
                  <a:pt x="7800" y="3322710"/>
                </a:lnTo>
                <a:moveTo>
                  <a:pt x="7800" y="3322710"/>
                </a:moveTo>
                <a:lnTo>
                  <a:pt x="7800" y="0"/>
                </a:lnTo>
                <a:moveTo>
                  <a:pt x="7800" y="3322710"/>
                </a:moveTo>
                <a:lnTo>
                  <a:pt x="0" y="3322710"/>
                </a:lnTo>
              </a:path>
            </a:pathLst>
          </a:custGeom>
          <a:noFill/>
          <a:ln w="11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87577" y="2622829"/>
            <a:ext cx="1218890" cy="1265565"/>
          </a:xfrm>
          <a:custGeom>
            <a:avLst/>
            <a:gdLst/>
            <a:ahLst/>
            <a:cxnLst/>
            <a:rect l="0" t="0" r="0" b="0"/>
            <a:pathLst>
              <a:path w="1218890" h="1265565">
                <a:moveTo>
                  <a:pt x="0" y="1265565"/>
                </a:moveTo>
                <a:lnTo>
                  <a:pt x="93600" y="1265565"/>
                </a:lnTo>
                <a:lnTo>
                  <a:pt x="93600" y="665628"/>
                </a:lnTo>
                <a:cubicBezTo>
                  <a:pt x="93600" y="544931"/>
                  <a:pt x="232666" y="478506"/>
                  <a:pt x="325720" y="555461"/>
                </a:cubicBezTo>
                <a:cubicBezTo>
                  <a:pt x="327280" y="556709"/>
                  <a:pt x="328840" y="558035"/>
                  <a:pt x="330322" y="559361"/>
                </a:cubicBezTo>
                <a:cubicBezTo>
                  <a:pt x="472282" y="680292"/>
                  <a:pt x="650122" y="750851"/>
                  <a:pt x="836612" y="750851"/>
                </a:cubicBezTo>
                <a:lnTo>
                  <a:pt x="842150" y="750851"/>
                </a:lnTo>
                <a:cubicBezTo>
                  <a:pt x="1047446" y="750851"/>
                  <a:pt x="1214678" y="585007"/>
                  <a:pt x="1216784" y="380257"/>
                </a:cubicBezTo>
                <a:cubicBezTo>
                  <a:pt x="1218890" y="170367"/>
                  <a:pt x="1042532" y="0"/>
                  <a:pt x="832556" y="2027"/>
                </a:cubicBezTo>
                <a:cubicBezTo>
                  <a:pt x="762980" y="2651"/>
                  <a:pt x="687952" y="10529"/>
                  <a:pt x="612370" y="22768"/>
                </a:cubicBezTo>
                <a:cubicBezTo>
                  <a:pt x="258016" y="79996"/>
                  <a:pt x="0" y="384781"/>
                  <a:pt x="0" y="743605"/>
                </a:cubicBezTo>
                <a:lnTo>
                  <a:pt x="0" y="1265565"/>
                </a:lnTo>
                <a:moveTo>
                  <a:pt x="842150" y="657290"/>
                </a:moveTo>
                <a:cubicBezTo>
                  <a:pt x="687016" y="657290"/>
                  <a:pt x="561202" y="531523"/>
                  <a:pt x="561202" y="376443"/>
                </a:cubicBezTo>
                <a:cubicBezTo>
                  <a:pt x="561202" y="221356"/>
                  <a:pt x="687016" y="95518"/>
                  <a:pt x="842150" y="95518"/>
                </a:cubicBezTo>
                <a:cubicBezTo>
                  <a:pt x="997292" y="95518"/>
                  <a:pt x="1123184" y="221278"/>
                  <a:pt x="1123184" y="376443"/>
                </a:cubicBezTo>
                <a:cubicBezTo>
                  <a:pt x="1123184" y="531601"/>
                  <a:pt x="997370" y="657290"/>
                  <a:pt x="842150" y="657290"/>
                </a:cubicBezTo>
              </a:path>
            </a:pathLst>
          </a:custGeom>
          <a:solidFill>
            <a:srgbClr val="B95CE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787577" y="2622833"/>
            <a:ext cx="1218887" cy="1265564"/>
          </a:xfrm>
          <a:custGeom>
            <a:avLst/>
            <a:gdLst/>
            <a:ahLst/>
            <a:cxnLst/>
            <a:rect l="0" t="0" r="0" b="0"/>
            <a:pathLst>
              <a:path w="1218887" h="1265564">
                <a:moveTo>
                  <a:pt x="93600" y="844409"/>
                </a:moveTo>
                <a:lnTo>
                  <a:pt x="93600" y="1265564"/>
                </a:lnTo>
                <a:moveTo>
                  <a:pt x="0" y="1265564"/>
                </a:moveTo>
                <a:lnTo>
                  <a:pt x="0" y="844409"/>
                </a:lnTo>
                <a:moveTo>
                  <a:pt x="842152" y="657285"/>
                </a:moveTo>
                <a:cubicBezTo>
                  <a:pt x="997370" y="657285"/>
                  <a:pt x="1123182" y="531598"/>
                  <a:pt x="1123182" y="376438"/>
                </a:cubicBezTo>
                <a:cubicBezTo>
                  <a:pt x="1123182" y="221278"/>
                  <a:pt x="997292" y="95513"/>
                  <a:pt x="842152" y="95513"/>
                </a:cubicBezTo>
                <a:cubicBezTo>
                  <a:pt x="687013" y="95513"/>
                  <a:pt x="561201" y="221356"/>
                  <a:pt x="561201" y="376438"/>
                </a:cubicBezTo>
                <a:cubicBezTo>
                  <a:pt x="561201" y="531520"/>
                  <a:pt x="687013" y="657285"/>
                  <a:pt x="842152" y="657285"/>
                </a:cubicBezTo>
                <a:close/>
                <a:moveTo>
                  <a:pt x="0" y="844409"/>
                </a:moveTo>
                <a:lnTo>
                  <a:pt x="0" y="743598"/>
                </a:lnTo>
                <a:cubicBezTo>
                  <a:pt x="0" y="384781"/>
                  <a:pt x="258020" y="79996"/>
                  <a:pt x="612368" y="22767"/>
                </a:cubicBezTo>
                <a:cubicBezTo>
                  <a:pt x="687949" y="10526"/>
                  <a:pt x="762984" y="2651"/>
                  <a:pt x="832558" y="2027"/>
                </a:cubicBezTo>
                <a:cubicBezTo>
                  <a:pt x="1042531" y="0"/>
                  <a:pt x="1218887" y="170363"/>
                  <a:pt x="1216781" y="380258"/>
                </a:cubicBezTo>
                <a:cubicBezTo>
                  <a:pt x="1214675" y="585007"/>
                  <a:pt x="1047445" y="750849"/>
                  <a:pt x="842152" y="750849"/>
                </a:cubicBezTo>
                <a:lnTo>
                  <a:pt x="836615" y="750849"/>
                </a:lnTo>
                <a:cubicBezTo>
                  <a:pt x="650119" y="750849"/>
                  <a:pt x="472282" y="680287"/>
                  <a:pt x="330324" y="559355"/>
                </a:cubicBezTo>
                <a:cubicBezTo>
                  <a:pt x="328842" y="558029"/>
                  <a:pt x="327283" y="556704"/>
                  <a:pt x="325723" y="555456"/>
                </a:cubicBezTo>
                <a:cubicBezTo>
                  <a:pt x="232670" y="478501"/>
                  <a:pt x="93598" y="544931"/>
                  <a:pt x="93598" y="665628"/>
                </a:cubicBezTo>
                <a:lnTo>
                  <a:pt x="93598" y="844409"/>
                </a:lnTo>
              </a:path>
            </a:pathLst>
          </a:custGeom>
          <a:noFill/>
          <a:ln w="11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787577" y="3888396"/>
            <a:ext cx="93600" cy="2105953"/>
          </a:xfrm>
          <a:custGeom>
            <a:avLst/>
            <a:gdLst/>
            <a:ahLst/>
            <a:cxnLst/>
            <a:rect l="0" t="0" r="0" b="0"/>
            <a:pathLst>
              <a:path w="93600" h="2105953">
                <a:moveTo>
                  <a:pt x="0" y="0"/>
                </a:moveTo>
                <a:lnTo>
                  <a:pt x="93600" y="0"/>
                </a:lnTo>
                <a:lnTo>
                  <a:pt x="93600" y="2105953"/>
                </a:lnTo>
                <a:lnTo>
                  <a:pt x="0" y="2105953"/>
                </a:lnTo>
                <a:lnTo>
                  <a:pt x="0" y="0"/>
                </a:lnTo>
              </a:path>
            </a:pathLst>
          </a:custGeom>
          <a:solidFill>
            <a:srgbClr val="B95CE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779777" y="3888396"/>
            <a:ext cx="109200" cy="2105954"/>
          </a:xfrm>
          <a:custGeom>
            <a:avLst/>
            <a:gdLst/>
            <a:ahLst/>
            <a:cxnLst/>
            <a:rect l="0" t="0" r="0" b="0"/>
            <a:pathLst>
              <a:path w="109200" h="2105954">
                <a:moveTo>
                  <a:pt x="101400" y="0"/>
                </a:moveTo>
                <a:lnTo>
                  <a:pt x="101400" y="2105954"/>
                </a:lnTo>
                <a:moveTo>
                  <a:pt x="101400" y="2105954"/>
                </a:moveTo>
                <a:lnTo>
                  <a:pt x="109200" y="2105954"/>
                </a:lnTo>
                <a:moveTo>
                  <a:pt x="101400" y="2105954"/>
                </a:moveTo>
                <a:lnTo>
                  <a:pt x="7800" y="2105954"/>
                </a:lnTo>
                <a:moveTo>
                  <a:pt x="7800" y="2105954"/>
                </a:moveTo>
                <a:lnTo>
                  <a:pt x="7800" y="0"/>
                </a:lnTo>
                <a:moveTo>
                  <a:pt x="7800" y="2105954"/>
                </a:moveTo>
                <a:lnTo>
                  <a:pt x="0" y="2105954"/>
                </a:lnTo>
              </a:path>
            </a:pathLst>
          </a:custGeom>
          <a:noFill/>
          <a:ln w="11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881177" y="3792784"/>
            <a:ext cx="1218890" cy="1265565"/>
          </a:xfrm>
          <a:custGeom>
            <a:avLst/>
            <a:gdLst/>
            <a:ahLst/>
            <a:cxnLst/>
            <a:rect l="0" t="0" r="0" b="0"/>
            <a:pathLst>
              <a:path w="1218890" h="1265565">
                <a:moveTo>
                  <a:pt x="0" y="1265565"/>
                </a:moveTo>
                <a:lnTo>
                  <a:pt x="93600" y="1265565"/>
                </a:lnTo>
                <a:lnTo>
                  <a:pt x="93600" y="665628"/>
                </a:lnTo>
                <a:cubicBezTo>
                  <a:pt x="93600" y="544931"/>
                  <a:pt x="232666" y="478506"/>
                  <a:pt x="325720" y="555461"/>
                </a:cubicBezTo>
                <a:cubicBezTo>
                  <a:pt x="327280" y="556709"/>
                  <a:pt x="328840" y="558035"/>
                  <a:pt x="330322" y="559361"/>
                </a:cubicBezTo>
                <a:cubicBezTo>
                  <a:pt x="472282" y="680292"/>
                  <a:pt x="650122" y="750851"/>
                  <a:pt x="836612" y="750851"/>
                </a:cubicBezTo>
                <a:lnTo>
                  <a:pt x="842150" y="750851"/>
                </a:lnTo>
                <a:cubicBezTo>
                  <a:pt x="1047446" y="750851"/>
                  <a:pt x="1214678" y="585007"/>
                  <a:pt x="1216784" y="380257"/>
                </a:cubicBezTo>
                <a:cubicBezTo>
                  <a:pt x="1218890" y="170367"/>
                  <a:pt x="1042532" y="0"/>
                  <a:pt x="832556" y="2027"/>
                </a:cubicBezTo>
                <a:cubicBezTo>
                  <a:pt x="762980" y="2651"/>
                  <a:pt x="687952" y="10529"/>
                  <a:pt x="612370" y="22768"/>
                </a:cubicBezTo>
                <a:cubicBezTo>
                  <a:pt x="258016" y="79996"/>
                  <a:pt x="0" y="384781"/>
                  <a:pt x="0" y="743605"/>
                </a:cubicBezTo>
                <a:lnTo>
                  <a:pt x="0" y="1265565"/>
                </a:lnTo>
                <a:moveTo>
                  <a:pt x="842150" y="657290"/>
                </a:moveTo>
                <a:cubicBezTo>
                  <a:pt x="687016" y="657290"/>
                  <a:pt x="561202" y="531523"/>
                  <a:pt x="561202" y="376443"/>
                </a:cubicBezTo>
                <a:cubicBezTo>
                  <a:pt x="561202" y="221356"/>
                  <a:pt x="687016" y="95518"/>
                  <a:pt x="842150" y="95518"/>
                </a:cubicBezTo>
                <a:cubicBezTo>
                  <a:pt x="997292" y="95518"/>
                  <a:pt x="1123184" y="221278"/>
                  <a:pt x="1123184" y="376443"/>
                </a:cubicBezTo>
                <a:cubicBezTo>
                  <a:pt x="1123184" y="531601"/>
                  <a:pt x="997370" y="657290"/>
                  <a:pt x="842150" y="657290"/>
                </a:cubicBezTo>
              </a:path>
            </a:pathLst>
          </a:custGeom>
          <a:solidFill>
            <a:srgbClr val="1FA9D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881177" y="3792787"/>
            <a:ext cx="1218887" cy="1265564"/>
          </a:xfrm>
          <a:custGeom>
            <a:avLst/>
            <a:gdLst/>
            <a:ahLst/>
            <a:cxnLst/>
            <a:rect l="0" t="0" r="0" b="0"/>
            <a:pathLst>
              <a:path w="1218887" h="1265564">
                <a:moveTo>
                  <a:pt x="93600" y="844409"/>
                </a:moveTo>
                <a:lnTo>
                  <a:pt x="93600" y="1265564"/>
                </a:lnTo>
                <a:moveTo>
                  <a:pt x="0" y="1265564"/>
                </a:moveTo>
                <a:lnTo>
                  <a:pt x="0" y="844409"/>
                </a:lnTo>
                <a:moveTo>
                  <a:pt x="842152" y="657285"/>
                </a:moveTo>
                <a:cubicBezTo>
                  <a:pt x="997370" y="657285"/>
                  <a:pt x="1123182" y="531598"/>
                  <a:pt x="1123182" y="376438"/>
                </a:cubicBezTo>
                <a:cubicBezTo>
                  <a:pt x="1123182" y="221278"/>
                  <a:pt x="997292" y="95513"/>
                  <a:pt x="842152" y="95513"/>
                </a:cubicBezTo>
                <a:cubicBezTo>
                  <a:pt x="687013" y="95513"/>
                  <a:pt x="561201" y="221356"/>
                  <a:pt x="561201" y="376438"/>
                </a:cubicBezTo>
                <a:cubicBezTo>
                  <a:pt x="561201" y="531520"/>
                  <a:pt x="687013" y="657285"/>
                  <a:pt x="842152" y="657285"/>
                </a:cubicBezTo>
                <a:close/>
                <a:moveTo>
                  <a:pt x="0" y="844409"/>
                </a:moveTo>
                <a:lnTo>
                  <a:pt x="0" y="743598"/>
                </a:lnTo>
                <a:cubicBezTo>
                  <a:pt x="0" y="384781"/>
                  <a:pt x="258020" y="79996"/>
                  <a:pt x="612368" y="22767"/>
                </a:cubicBezTo>
                <a:cubicBezTo>
                  <a:pt x="687949" y="10526"/>
                  <a:pt x="762984" y="2651"/>
                  <a:pt x="832558" y="2027"/>
                </a:cubicBezTo>
                <a:cubicBezTo>
                  <a:pt x="1042531" y="0"/>
                  <a:pt x="1218887" y="170363"/>
                  <a:pt x="1216781" y="380258"/>
                </a:cubicBezTo>
                <a:cubicBezTo>
                  <a:pt x="1214675" y="585007"/>
                  <a:pt x="1047445" y="750849"/>
                  <a:pt x="842152" y="750849"/>
                </a:cubicBezTo>
                <a:lnTo>
                  <a:pt x="836615" y="750849"/>
                </a:lnTo>
                <a:cubicBezTo>
                  <a:pt x="650119" y="750849"/>
                  <a:pt x="472282" y="680287"/>
                  <a:pt x="330324" y="559355"/>
                </a:cubicBezTo>
                <a:cubicBezTo>
                  <a:pt x="328842" y="558029"/>
                  <a:pt x="327283" y="556704"/>
                  <a:pt x="325723" y="555456"/>
                </a:cubicBezTo>
                <a:cubicBezTo>
                  <a:pt x="232670" y="478501"/>
                  <a:pt x="93598" y="544931"/>
                  <a:pt x="93598" y="665628"/>
                </a:cubicBezTo>
                <a:lnTo>
                  <a:pt x="93598" y="844409"/>
                </a:lnTo>
              </a:path>
            </a:pathLst>
          </a:custGeom>
          <a:noFill/>
          <a:ln w="11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881177" y="4824396"/>
            <a:ext cx="93600" cy="1169953"/>
          </a:xfrm>
          <a:custGeom>
            <a:avLst/>
            <a:gdLst/>
            <a:ahLst/>
            <a:cxnLst/>
            <a:rect l="0" t="0" r="0" b="0"/>
            <a:pathLst>
              <a:path w="93600" h="1169953">
                <a:moveTo>
                  <a:pt x="0" y="0"/>
                </a:moveTo>
                <a:lnTo>
                  <a:pt x="93600" y="0"/>
                </a:lnTo>
                <a:lnTo>
                  <a:pt x="93600" y="1169953"/>
                </a:lnTo>
                <a:lnTo>
                  <a:pt x="0" y="1169953"/>
                </a:lnTo>
                <a:lnTo>
                  <a:pt x="0" y="0"/>
                </a:lnTo>
              </a:path>
            </a:pathLst>
          </a:custGeom>
          <a:solidFill>
            <a:srgbClr val="1FA9D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881177" y="4824396"/>
            <a:ext cx="93600" cy="1169954"/>
          </a:xfrm>
          <a:custGeom>
            <a:avLst/>
            <a:gdLst/>
            <a:ahLst/>
            <a:cxnLst/>
            <a:rect l="0" t="0" r="0" b="0"/>
            <a:pathLst>
              <a:path w="93600" h="1169954">
                <a:moveTo>
                  <a:pt x="93600" y="0"/>
                </a:moveTo>
                <a:lnTo>
                  <a:pt x="93600" y="1169954"/>
                </a:lnTo>
                <a:lnTo>
                  <a:pt x="0" y="1169954"/>
                </a:lnTo>
                <a:lnTo>
                  <a:pt x="0" y="0"/>
                </a:lnTo>
              </a:path>
            </a:pathLst>
          </a:custGeom>
          <a:noFill/>
          <a:ln w="11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964600" y="2167126"/>
            <a:ext cx="1309815" cy="280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84848"/>
                </a:solidFill>
                <a:latin typeface="Roboto"/>
              </a:rPr>
              <a:t>Proactive issue detection
for timely intervention.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50577" y="2819842"/>
            <a:ext cx="358800" cy="358800"/>
          </a:xfrm>
          <a:custGeom>
            <a:avLst/>
            <a:gdLst/>
            <a:ahLst/>
            <a:cxnLst/>
            <a:rect l="0" t="0" r="0" b="0"/>
            <a:pathLst>
              <a:path w="358800" h="358800">
                <a:moveTo>
                  <a:pt x="327600" y="62400"/>
                </a:moveTo>
                <a:cubicBezTo>
                  <a:pt x="327600" y="79631"/>
                  <a:pt x="313631" y="93600"/>
                  <a:pt x="296400" y="93600"/>
                </a:cubicBezTo>
                <a:lnTo>
                  <a:pt x="31200" y="93600"/>
                </a:lnTo>
                <a:cubicBezTo>
                  <a:pt x="13968" y="93600"/>
                  <a:pt x="0" y="79631"/>
                  <a:pt x="0" y="62400"/>
                </a:cubicBezTo>
                <a:lnTo>
                  <a:pt x="0" y="31200"/>
                </a:lnTo>
                <a:cubicBezTo>
                  <a:pt x="0" y="13968"/>
                  <a:pt x="13968" y="0"/>
                  <a:pt x="31200" y="0"/>
                </a:cubicBezTo>
                <a:lnTo>
                  <a:pt x="296400" y="0"/>
                </a:lnTo>
                <a:cubicBezTo>
                  <a:pt x="313631" y="0"/>
                  <a:pt x="327600" y="13968"/>
                  <a:pt x="327600" y="31200"/>
                </a:cubicBezTo>
                <a:close/>
                <a:moveTo>
                  <a:pt x="31200" y="187200"/>
                </a:moveTo>
                <a:cubicBezTo>
                  <a:pt x="13968" y="187200"/>
                  <a:pt x="0" y="173231"/>
                  <a:pt x="0" y="156000"/>
                </a:cubicBezTo>
                <a:lnTo>
                  <a:pt x="0" y="124800"/>
                </a:lnTo>
                <a:cubicBezTo>
                  <a:pt x="0" y="107568"/>
                  <a:pt x="13968" y="93600"/>
                  <a:pt x="31200" y="93600"/>
                </a:cubicBezTo>
                <a:lnTo>
                  <a:pt x="296400" y="93600"/>
                </a:lnTo>
                <a:cubicBezTo>
                  <a:pt x="313631" y="93600"/>
                  <a:pt x="327600" y="107568"/>
                  <a:pt x="327600" y="124800"/>
                </a:cubicBezTo>
                <a:lnTo>
                  <a:pt x="327600" y="148200"/>
                </a:lnTo>
                <a:moveTo>
                  <a:pt x="66300" y="42900"/>
                </a:moveTo>
                <a:cubicBezTo>
                  <a:pt x="64146" y="42900"/>
                  <a:pt x="62400" y="44646"/>
                  <a:pt x="62400" y="46800"/>
                </a:cubicBezTo>
                <a:cubicBezTo>
                  <a:pt x="62400" y="48953"/>
                  <a:pt x="64146" y="50700"/>
                  <a:pt x="66300" y="50700"/>
                </a:cubicBezTo>
                <a:cubicBezTo>
                  <a:pt x="68453" y="50700"/>
                  <a:pt x="70200" y="48953"/>
                  <a:pt x="70200" y="46800"/>
                </a:cubicBezTo>
                <a:cubicBezTo>
                  <a:pt x="70200" y="44646"/>
                  <a:pt x="68453" y="42900"/>
                  <a:pt x="66300" y="42900"/>
                </a:cubicBezTo>
                <a:lnTo>
                  <a:pt x="66300" y="42900"/>
                </a:lnTo>
                <a:moveTo>
                  <a:pt x="120900" y="42900"/>
                </a:moveTo>
                <a:cubicBezTo>
                  <a:pt x="118746" y="42900"/>
                  <a:pt x="117000" y="44646"/>
                  <a:pt x="117000" y="46800"/>
                </a:cubicBezTo>
                <a:cubicBezTo>
                  <a:pt x="117000" y="48953"/>
                  <a:pt x="118746" y="50700"/>
                  <a:pt x="120900" y="50700"/>
                </a:cubicBezTo>
                <a:cubicBezTo>
                  <a:pt x="123053" y="50700"/>
                  <a:pt x="124800" y="48953"/>
                  <a:pt x="124800" y="46800"/>
                </a:cubicBezTo>
                <a:cubicBezTo>
                  <a:pt x="124800" y="44646"/>
                  <a:pt x="123053" y="42900"/>
                  <a:pt x="120900" y="42900"/>
                </a:cubicBezTo>
                <a:lnTo>
                  <a:pt x="120900" y="42900"/>
                </a:lnTo>
                <a:moveTo>
                  <a:pt x="66300" y="136500"/>
                </a:moveTo>
                <a:lnTo>
                  <a:pt x="66300" y="136500"/>
                </a:lnTo>
                <a:cubicBezTo>
                  <a:pt x="68453" y="136500"/>
                  <a:pt x="70200" y="138246"/>
                  <a:pt x="70200" y="140400"/>
                </a:cubicBezTo>
                <a:cubicBezTo>
                  <a:pt x="70200" y="142553"/>
                  <a:pt x="68453" y="144300"/>
                  <a:pt x="66300" y="144300"/>
                </a:cubicBezTo>
                <a:cubicBezTo>
                  <a:pt x="64146" y="144300"/>
                  <a:pt x="62400" y="142553"/>
                  <a:pt x="62400" y="140400"/>
                </a:cubicBezTo>
                <a:cubicBezTo>
                  <a:pt x="62400" y="138246"/>
                  <a:pt x="64146" y="136500"/>
                  <a:pt x="66300" y="136500"/>
                </a:cubicBezTo>
                <a:moveTo>
                  <a:pt x="120900" y="136500"/>
                </a:moveTo>
                <a:lnTo>
                  <a:pt x="120900" y="136500"/>
                </a:lnTo>
                <a:cubicBezTo>
                  <a:pt x="123053" y="136500"/>
                  <a:pt x="124800" y="138246"/>
                  <a:pt x="124800" y="140400"/>
                </a:cubicBezTo>
                <a:cubicBezTo>
                  <a:pt x="124800" y="142553"/>
                  <a:pt x="123053" y="144300"/>
                  <a:pt x="120900" y="144300"/>
                </a:cubicBezTo>
                <a:cubicBezTo>
                  <a:pt x="118746" y="144300"/>
                  <a:pt x="117000" y="142553"/>
                  <a:pt x="117000" y="140400"/>
                </a:cubicBezTo>
                <a:cubicBezTo>
                  <a:pt x="117000" y="138246"/>
                  <a:pt x="118746" y="136500"/>
                  <a:pt x="120900" y="136500"/>
                </a:cubicBezTo>
                <a:moveTo>
                  <a:pt x="132600" y="280800"/>
                </a:moveTo>
                <a:lnTo>
                  <a:pt x="31200" y="280800"/>
                </a:lnTo>
                <a:cubicBezTo>
                  <a:pt x="13968" y="280800"/>
                  <a:pt x="0" y="266831"/>
                  <a:pt x="0" y="249600"/>
                </a:cubicBezTo>
                <a:lnTo>
                  <a:pt x="0" y="218400"/>
                </a:lnTo>
                <a:cubicBezTo>
                  <a:pt x="0" y="201168"/>
                  <a:pt x="13968" y="187200"/>
                  <a:pt x="31200" y="187200"/>
                </a:cubicBezTo>
                <a:lnTo>
                  <a:pt x="156000" y="187200"/>
                </a:lnTo>
                <a:moveTo>
                  <a:pt x="66300" y="230100"/>
                </a:moveTo>
                <a:cubicBezTo>
                  <a:pt x="64146" y="230100"/>
                  <a:pt x="62400" y="231846"/>
                  <a:pt x="62400" y="234000"/>
                </a:cubicBezTo>
                <a:cubicBezTo>
                  <a:pt x="62400" y="236153"/>
                  <a:pt x="64146" y="237900"/>
                  <a:pt x="66300" y="237900"/>
                </a:cubicBezTo>
                <a:cubicBezTo>
                  <a:pt x="68453" y="237900"/>
                  <a:pt x="70200" y="236153"/>
                  <a:pt x="70200" y="234000"/>
                </a:cubicBezTo>
                <a:cubicBezTo>
                  <a:pt x="70200" y="231846"/>
                  <a:pt x="68453" y="230100"/>
                  <a:pt x="66300" y="230100"/>
                </a:cubicBezTo>
                <a:lnTo>
                  <a:pt x="66300" y="230100"/>
                </a:lnTo>
                <a:moveTo>
                  <a:pt x="120900" y="230100"/>
                </a:moveTo>
                <a:cubicBezTo>
                  <a:pt x="118746" y="230100"/>
                  <a:pt x="117000" y="231846"/>
                  <a:pt x="117000" y="234000"/>
                </a:cubicBezTo>
                <a:cubicBezTo>
                  <a:pt x="117000" y="236153"/>
                  <a:pt x="118746" y="237900"/>
                  <a:pt x="120900" y="237900"/>
                </a:cubicBezTo>
                <a:cubicBezTo>
                  <a:pt x="123053" y="237900"/>
                  <a:pt x="124800" y="236153"/>
                  <a:pt x="124800" y="234000"/>
                </a:cubicBezTo>
                <a:cubicBezTo>
                  <a:pt x="124800" y="231846"/>
                  <a:pt x="123053" y="230100"/>
                  <a:pt x="120900" y="230100"/>
                </a:cubicBezTo>
                <a:lnTo>
                  <a:pt x="120900" y="230100"/>
                </a:lnTo>
                <a:moveTo>
                  <a:pt x="288600" y="218400"/>
                </a:moveTo>
                <a:lnTo>
                  <a:pt x="256885" y="218400"/>
                </a:lnTo>
                <a:cubicBezTo>
                  <a:pt x="246845" y="218388"/>
                  <a:pt x="238210" y="225506"/>
                  <a:pt x="236305" y="235363"/>
                </a:cubicBezTo>
                <a:cubicBezTo>
                  <a:pt x="234401" y="245221"/>
                  <a:pt x="239763" y="255043"/>
                  <a:pt x="249085" y="258772"/>
                </a:cubicBezTo>
                <a:lnTo>
                  <a:pt x="281268" y="271642"/>
                </a:lnTo>
                <a:cubicBezTo>
                  <a:pt x="290604" y="275357"/>
                  <a:pt x="295980" y="285184"/>
                  <a:pt x="294074" y="295050"/>
                </a:cubicBezTo>
                <a:cubicBezTo>
                  <a:pt x="292167" y="304915"/>
                  <a:pt x="283515" y="312031"/>
                  <a:pt x="273467" y="312000"/>
                </a:cubicBezTo>
                <a:lnTo>
                  <a:pt x="241800" y="312000"/>
                </a:lnTo>
                <a:moveTo>
                  <a:pt x="265200" y="312000"/>
                </a:moveTo>
                <a:lnTo>
                  <a:pt x="265200" y="327600"/>
                </a:lnTo>
                <a:moveTo>
                  <a:pt x="265200" y="202800"/>
                </a:moveTo>
                <a:lnTo>
                  <a:pt x="265200" y="218400"/>
                </a:lnTo>
                <a:moveTo>
                  <a:pt x="171600" y="265200"/>
                </a:moveTo>
                <a:cubicBezTo>
                  <a:pt x="171600" y="316893"/>
                  <a:pt x="213506" y="358800"/>
                  <a:pt x="265200" y="358800"/>
                </a:cubicBezTo>
                <a:cubicBezTo>
                  <a:pt x="316893" y="358800"/>
                  <a:pt x="358800" y="316893"/>
                  <a:pt x="358800" y="265200"/>
                </a:cubicBezTo>
                <a:cubicBezTo>
                  <a:pt x="358800" y="213506"/>
                  <a:pt x="316893" y="171600"/>
                  <a:pt x="265200" y="171600"/>
                </a:cubicBezTo>
                <a:cubicBezTo>
                  <a:pt x="213506" y="171600"/>
                  <a:pt x="171600" y="213506"/>
                  <a:pt x="171600" y="265200"/>
                </a:cubicBezTo>
                <a:close/>
              </a:path>
            </a:pathLst>
          </a:custGeom>
          <a:noFill/>
          <a:ln w="11700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13577" y="1886361"/>
            <a:ext cx="1210708" cy="4211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84848"/>
                </a:solidFill>
                <a:latin typeface="Roboto"/>
              </a:rPr>
              <a:t>Automated disaster
recovery workflows for
rapid restoration.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72176" y="1939446"/>
            <a:ext cx="358800" cy="334396"/>
          </a:xfrm>
          <a:custGeom>
            <a:avLst/>
            <a:gdLst/>
            <a:ahLst/>
            <a:cxnLst/>
            <a:rect l="0" t="0" r="0" b="0"/>
            <a:pathLst>
              <a:path w="358800" h="334396">
                <a:moveTo>
                  <a:pt x="50668" y="100645"/>
                </a:moveTo>
                <a:cubicBezTo>
                  <a:pt x="66242" y="39794"/>
                  <a:pt x="124615" y="0"/>
                  <a:pt x="186950" y="7740"/>
                </a:cubicBezTo>
                <a:cubicBezTo>
                  <a:pt x="249284" y="15480"/>
                  <a:pt x="296152" y="68341"/>
                  <a:pt x="296371" y="131154"/>
                </a:cubicBezTo>
                <a:cubicBezTo>
                  <a:pt x="296589" y="193966"/>
                  <a:pt x="250090" y="247153"/>
                  <a:pt x="187812" y="255327"/>
                </a:cubicBezTo>
                <a:cubicBezTo>
                  <a:pt x="125533" y="263501"/>
                  <a:pt x="66884" y="224114"/>
                  <a:pt x="50887" y="163373"/>
                </a:cubicBezTo>
                <a:moveTo>
                  <a:pt x="251690" y="227317"/>
                </a:moveTo>
                <a:lnTo>
                  <a:pt x="358800" y="334396"/>
                </a:lnTo>
                <a:moveTo>
                  <a:pt x="0" y="131596"/>
                </a:moveTo>
                <a:lnTo>
                  <a:pt x="89107" y="131596"/>
                </a:lnTo>
                <a:cubicBezTo>
                  <a:pt x="91888" y="131590"/>
                  <a:pt x="94455" y="130104"/>
                  <a:pt x="95846" y="127696"/>
                </a:cubicBezTo>
                <a:lnTo>
                  <a:pt x="115845" y="93126"/>
                </a:lnTo>
                <a:cubicBezTo>
                  <a:pt x="117389" y="90436"/>
                  <a:pt x="120379" y="88916"/>
                  <a:pt x="123461" y="89255"/>
                </a:cubicBezTo>
                <a:cubicBezTo>
                  <a:pt x="126544" y="89593"/>
                  <a:pt x="129133" y="91725"/>
                  <a:pt x="130057" y="94686"/>
                </a:cubicBezTo>
                <a:lnTo>
                  <a:pt x="150337" y="160393"/>
                </a:lnTo>
                <a:cubicBezTo>
                  <a:pt x="151277" y="163438"/>
                  <a:pt x="153975" y="165605"/>
                  <a:pt x="157151" y="165866"/>
                </a:cubicBezTo>
                <a:cubicBezTo>
                  <a:pt x="160327" y="166127"/>
                  <a:pt x="163342" y="164429"/>
                  <a:pt x="164767" y="161579"/>
                </a:cubicBezTo>
                <a:lnTo>
                  <a:pt x="189056" y="113016"/>
                </a:lnTo>
                <a:cubicBezTo>
                  <a:pt x="190299" y="110530"/>
                  <a:pt x="192771" y="108894"/>
                  <a:pt x="195545" y="108720"/>
                </a:cubicBezTo>
                <a:cubicBezTo>
                  <a:pt x="198319" y="108547"/>
                  <a:pt x="200975" y="109862"/>
                  <a:pt x="202519" y="112174"/>
                </a:cubicBezTo>
                <a:lnTo>
                  <a:pt x="220256" y="138787"/>
                </a:lnTo>
                <a:cubicBezTo>
                  <a:pt x="221645" y="140876"/>
                  <a:pt x="223955" y="142169"/>
                  <a:pt x="226462" y="142262"/>
                </a:cubicBezTo>
                <a:cubicBezTo>
                  <a:pt x="228969" y="142354"/>
                  <a:pt x="231367" y="141236"/>
                  <a:pt x="232908" y="139255"/>
                </a:cubicBezTo>
                <a:lnTo>
                  <a:pt x="257072" y="108196"/>
                </a:lnTo>
              </a:path>
            </a:pathLst>
          </a:custGeom>
          <a:noFill/>
          <a:ln w="11700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07168" y="1889770"/>
            <a:ext cx="767208" cy="18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DD57A8"/>
                </a:solidFill>
                <a:latin typeface="Roboto"/>
              </a:rPr>
              <a:t>Monitoring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2016" y="2919347"/>
            <a:ext cx="578728" cy="18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7F64E9"/>
                </a:solidFill>
                <a:latin typeface="Roboto"/>
              </a:rPr>
              <a:t>Security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82468" y="2998455"/>
            <a:ext cx="351007" cy="282328"/>
          </a:xfrm>
          <a:custGeom>
            <a:avLst/>
            <a:gdLst/>
            <a:ahLst/>
            <a:cxnLst/>
            <a:rect l="0" t="0" r="0" b="0"/>
            <a:pathLst>
              <a:path w="351007" h="282328">
                <a:moveTo>
                  <a:pt x="305221" y="282328"/>
                </a:moveTo>
                <a:cubicBezTo>
                  <a:pt x="296791" y="282328"/>
                  <a:pt x="289957" y="275494"/>
                  <a:pt x="289957" y="267064"/>
                </a:cubicBezTo>
                <a:cubicBezTo>
                  <a:pt x="289957" y="258633"/>
                  <a:pt x="296791" y="251799"/>
                  <a:pt x="305221" y="251799"/>
                </a:cubicBezTo>
                <a:cubicBezTo>
                  <a:pt x="313652" y="251799"/>
                  <a:pt x="320486" y="258633"/>
                  <a:pt x="320486" y="267064"/>
                </a:cubicBezTo>
                <a:cubicBezTo>
                  <a:pt x="320486" y="275494"/>
                  <a:pt x="313652" y="282328"/>
                  <a:pt x="305221" y="282328"/>
                </a:cubicBezTo>
                <a:close/>
                <a:moveTo>
                  <a:pt x="45778" y="282328"/>
                </a:moveTo>
                <a:cubicBezTo>
                  <a:pt x="37347" y="282328"/>
                  <a:pt x="30513" y="275494"/>
                  <a:pt x="30513" y="267064"/>
                </a:cubicBezTo>
                <a:cubicBezTo>
                  <a:pt x="30513" y="258633"/>
                  <a:pt x="37347" y="251799"/>
                  <a:pt x="45778" y="251799"/>
                </a:cubicBezTo>
                <a:cubicBezTo>
                  <a:pt x="54208" y="251799"/>
                  <a:pt x="61042" y="258633"/>
                  <a:pt x="61042" y="267064"/>
                </a:cubicBezTo>
                <a:cubicBezTo>
                  <a:pt x="61042" y="275494"/>
                  <a:pt x="54208" y="282328"/>
                  <a:pt x="45778" y="282328"/>
                </a:cubicBezTo>
                <a:close/>
                <a:moveTo>
                  <a:pt x="15264" y="38157"/>
                </a:moveTo>
                <a:cubicBezTo>
                  <a:pt x="6834" y="38157"/>
                  <a:pt x="0" y="31323"/>
                  <a:pt x="0" y="22893"/>
                </a:cubicBezTo>
                <a:cubicBezTo>
                  <a:pt x="0" y="14462"/>
                  <a:pt x="6834" y="7628"/>
                  <a:pt x="15264" y="7628"/>
                </a:cubicBezTo>
                <a:cubicBezTo>
                  <a:pt x="23694" y="7628"/>
                  <a:pt x="30529" y="14462"/>
                  <a:pt x="30529" y="22893"/>
                </a:cubicBezTo>
                <a:cubicBezTo>
                  <a:pt x="30529" y="31323"/>
                  <a:pt x="23694" y="38157"/>
                  <a:pt x="15264" y="38157"/>
                </a:cubicBezTo>
                <a:close/>
                <a:moveTo>
                  <a:pt x="335750" y="83928"/>
                </a:moveTo>
                <a:cubicBezTo>
                  <a:pt x="327324" y="83928"/>
                  <a:pt x="320494" y="77097"/>
                  <a:pt x="320494" y="68671"/>
                </a:cubicBezTo>
                <a:cubicBezTo>
                  <a:pt x="320494" y="60245"/>
                  <a:pt x="327324" y="53414"/>
                  <a:pt x="335750" y="53414"/>
                </a:cubicBezTo>
                <a:cubicBezTo>
                  <a:pt x="344177" y="53414"/>
                  <a:pt x="351007" y="60245"/>
                  <a:pt x="351007" y="68671"/>
                </a:cubicBezTo>
                <a:cubicBezTo>
                  <a:pt x="351007" y="77097"/>
                  <a:pt x="344177" y="83928"/>
                  <a:pt x="335750" y="83928"/>
                </a:cubicBezTo>
                <a:close/>
                <a:moveTo>
                  <a:pt x="259435" y="190772"/>
                </a:moveTo>
                <a:lnTo>
                  <a:pt x="289964" y="190772"/>
                </a:lnTo>
                <a:cubicBezTo>
                  <a:pt x="298389" y="190772"/>
                  <a:pt x="305237" y="197589"/>
                  <a:pt x="305237" y="206013"/>
                </a:cubicBezTo>
                <a:lnTo>
                  <a:pt x="305237" y="221285"/>
                </a:lnTo>
                <a:moveTo>
                  <a:pt x="335735" y="114457"/>
                </a:moveTo>
                <a:lnTo>
                  <a:pt x="335735" y="129713"/>
                </a:lnTo>
                <a:cubicBezTo>
                  <a:pt x="335735" y="138138"/>
                  <a:pt x="328902" y="144970"/>
                  <a:pt x="320478" y="144970"/>
                </a:cubicBezTo>
                <a:lnTo>
                  <a:pt x="259435" y="144970"/>
                </a:lnTo>
                <a:moveTo>
                  <a:pt x="91579" y="175484"/>
                </a:moveTo>
                <a:lnTo>
                  <a:pt x="61050" y="175484"/>
                </a:lnTo>
                <a:cubicBezTo>
                  <a:pt x="56998" y="175480"/>
                  <a:pt x="53111" y="177087"/>
                  <a:pt x="50246" y="179953"/>
                </a:cubicBezTo>
                <a:cubicBezTo>
                  <a:pt x="47381" y="182818"/>
                  <a:pt x="45774" y="186705"/>
                  <a:pt x="45778" y="190756"/>
                </a:cubicBezTo>
                <a:lnTo>
                  <a:pt x="45778" y="221285"/>
                </a:lnTo>
                <a:moveTo>
                  <a:pt x="15280" y="68686"/>
                </a:moveTo>
                <a:lnTo>
                  <a:pt x="15280" y="99200"/>
                </a:lnTo>
                <a:cubicBezTo>
                  <a:pt x="15280" y="107624"/>
                  <a:pt x="22097" y="114457"/>
                  <a:pt x="30536" y="114457"/>
                </a:cubicBezTo>
                <a:lnTo>
                  <a:pt x="91579" y="114457"/>
                </a:lnTo>
                <a:moveTo>
                  <a:pt x="244178" y="91556"/>
                </a:moveTo>
                <a:lnTo>
                  <a:pt x="106836" y="91556"/>
                </a:lnTo>
                <a:cubicBezTo>
                  <a:pt x="102784" y="91556"/>
                  <a:pt x="98899" y="93168"/>
                  <a:pt x="96037" y="96036"/>
                </a:cubicBezTo>
                <a:cubicBezTo>
                  <a:pt x="93175" y="98903"/>
                  <a:pt x="91571" y="102792"/>
                  <a:pt x="91579" y="106844"/>
                </a:cubicBezTo>
                <a:lnTo>
                  <a:pt x="91579" y="213657"/>
                </a:lnTo>
                <a:cubicBezTo>
                  <a:pt x="91579" y="222081"/>
                  <a:pt x="98412" y="228914"/>
                  <a:pt x="106836" y="228914"/>
                </a:cubicBezTo>
                <a:lnTo>
                  <a:pt x="244178" y="228914"/>
                </a:lnTo>
                <a:cubicBezTo>
                  <a:pt x="252602" y="228914"/>
                  <a:pt x="259435" y="222081"/>
                  <a:pt x="259435" y="213657"/>
                </a:cubicBezTo>
                <a:lnTo>
                  <a:pt x="259435" y="106828"/>
                </a:lnTo>
                <a:cubicBezTo>
                  <a:pt x="259435" y="98402"/>
                  <a:pt x="252605" y="91572"/>
                  <a:pt x="244178" y="91572"/>
                </a:cubicBezTo>
                <a:close/>
                <a:moveTo>
                  <a:pt x="175507" y="159915"/>
                </a:moveTo>
                <a:lnTo>
                  <a:pt x="175507" y="183128"/>
                </a:lnTo>
                <a:moveTo>
                  <a:pt x="175507" y="130057"/>
                </a:moveTo>
                <a:cubicBezTo>
                  <a:pt x="180953" y="129881"/>
                  <a:pt x="186063" y="132685"/>
                  <a:pt x="188838" y="137375"/>
                </a:cubicBezTo>
                <a:cubicBezTo>
                  <a:pt x="191613" y="142064"/>
                  <a:pt x="191613" y="147892"/>
                  <a:pt x="188838" y="152582"/>
                </a:cubicBezTo>
                <a:cubicBezTo>
                  <a:pt x="186063" y="157271"/>
                  <a:pt x="180953" y="160076"/>
                  <a:pt x="175507" y="159900"/>
                </a:cubicBezTo>
                <a:cubicBezTo>
                  <a:pt x="167454" y="159639"/>
                  <a:pt x="161061" y="153035"/>
                  <a:pt x="161061" y="144978"/>
                </a:cubicBezTo>
                <a:cubicBezTo>
                  <a:pt x="161061" y="136921"/>
                  <a:pt x="167454" y="130317"/>
                  <a:pt x="175507" y="130057"/>
                </a:cubicBezTo>
                <a:close/>
                <a:moveTo>
                  <a:pt x="228922" y="53414"/>
                </a:moveTo>
                <a:cubicBezTo>
                  <a:pt x="228922" y="23914"/>
                  <a:pt x="205007" y="0"/>
                  <a:pt x="175507" y="0"/>
                </a:cubicBezTo>
                <a:cubicBezTo>
                  <a:pt x="146007" y="0"/>
                  <a:pt x="122093" y="23914"/>
                  <a:pt x="122093" y="53414"/>
                </a:cubicBezTo>
                <a:lnTo>
                  <a:pt x="122093" y="91572"/>
                </a:lnTo>
                <a:lnTo>
                  <a:pt x="228922" y="91572"/>
                </a:lnTo>
                <a:close/>
              </a:path>
            </a:pathLst>
          </a:custGeom>
          <a:noFill/>
          <a:ln w="11700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07177" y="2778970"/>
            <a:ext cx="1260097" cy="18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B95CE3"/>
                </a:solidFill>
                <a:latin typeface="Roboto"/>
              </a:rPr>
              <a:t>Cost 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7177" y="3056315"/>
            <a:ext cx="1242399" cy="4211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84848"/>
                </a:solidFill>
                <a:latin typeface="Roboto"/>
              </a:rPr>
              <a:t>Pay-as-you-go resource
utilization for efficient
spending.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67104" y="3196692"/>
            <a:ext cx="1413672" cy="4211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84848"/>
                </a:solidFill>
                <a:latin typeface="Roboto"/>
              </a:rPr>
              <a:t>Enterprise-grade protection
against threats and
vulnerabilities.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13577" y="1609016"/>
            <a:ext cx="1131304" cy="18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45752"/>
                </a:solidFill>
                <a:latin typeface="Roboto"/>
              </a:rPr>
              <a:t>Faster Recovery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44177" y="3989796"/>
            <a:ext cx="358800" cy="358800"/>
          </a:xfrm>
          <a:custGeom>
            <a:avLst/>
            <a:gdLst/>
            <a:ahLst/>
            <a:cxnLst/>
            <a:rect l="0" t="0" r="0" b="0"/>
            <a:pathLst>
              <a:path w="358800" h="358800">
                <a:moveTo>
                  <a:pt x="171600" y="265200"/>
                </a:moveTo>
                <a:cubicBezTo>
                  <a:pt x="171600" y="316893"/>
                  <a:pt x="213506" y="358800"/>
                  <a:pt x="265200" y="358800"/>
                </a:cubicBezTo>
                <a:cubicBezTo>
                  <a:pt x="316893" y="358800"/>
                  <a:pt x="358800" y="316893"/>
                  <a:pt x="358800" y="265200"/>
                </a:cubicBezTo>
                <a:cubicBezTo>
                  <a:pt x="358800" y="213506"/>
                  <a:pt x="316893" y="171600"/>
                  <a:pt x="265200" y="171600"/>
                </a:cubicBezTo>
                <a:cubicBezTo>
                  <a:pt x="213506" y="171600"/>
                  <a:pt x="171600" y="213506"/>
                  <a:pt x="171600" y="265200"/>
                </a:cubicBezTo>
                <a:close/>
                <a:moveTo>
                  <a:pt x="306914" y="237993"/>
                </a:moveTo>
                <a:lnTo>
                  <a:pt x="261596" y="298427"/>
                </a:lnTo>
                <a:cubicBezTo>
                  <a:pt x="259560" y="301138"/>
                  <a:pt x="256448" y="302833"/>
                  <a:pt x="253067" y="303072"/>
                </a:cubicBezTo>
                <a:cubicBezTo>
                  <a:pt x="249685" y="303312"/>
                  <a:pt x="246365" y="302073"/>
                  <a:pt x="243968" y="299676"/>
                </a:cubicBezTo>
                <a:lnTo>
                  <a:pt x="220568" y="276275"/>
                </a:lnTo>
                <a:moveTo>
                  <a:pt x="78000" y="312000"/>
                </a:moveTo>
                <a:lnTo>
                  <a:pt x="124800" y="312000"/>
                </a:lnTo>
                <a:moveTo>
                  <a:pt x="124815" y="234000"/>
                </a:moveTo>
                <a:lnTo>
                  <a:pt x="124815" y="312000"/>
                </a:lnTo>
                <a:moveTo>
                  <a:pt x="42900" y="304200"/>
                </a:moveTo>
                <a:cubicBezTo>
                  <a:pt x="40746" y="304200"/>
                  <a:pt x="39000" y="305946"/>
                  <a:pt x="39000" y="308100"/>
                </a:cubicBezTo>
                <a:cubicBezTo>
                  <a:pt x="39000" y="310253"/>
                  <a:pt x="40746" y="312000"/>
                  <a:pt x="42900" y="312000"/>
                </a:cubicBezTo>
                <a:cubicBezTo>
                  <a:pt x="45053" y="312000"/>
                  <a:pt x="46800" y="310253"/>
                  <a:pt x="46800" y="308100"/>
                </a:cubicBezTo>
                <a:cubicBezTo>
                  <a:pt x="46800" y="305946"/>
                  <a:pt x="45053" y="304200"/>
                  <a:pt x="42900" y="304200"/>
                </a:cubicBezTo>
                <a:lnTo>
                  <a:pt x="42900" y="304200"/>
                </a:lnTo>
                <a:moveTo>
                  <a:pt x="3900" y="304200"/>
                </a:moveTo>
                <a:cubicBezTo>
                  <a:pt x="1746" y="304200"/>
                  <a:pt x="0" y="305946"/>
                  <a:pt x="0" y="308100"/>
                </a:cubicBezTo>
                <a:cubicBezTo>
                  <a:pt x="0" y="310253"/>
                  <a:pt x="1746" y="312000"/>
                  <a:pt x="3900" y="312000"/>
                </a:cubicBezTo>
                <a:cubicBezTo>
                  <a:pt x="6053" y="312000"/>
                  <a:pt x="7800" y="310253"/>
                  <a:pt x="7800" y="308100"/>
                </a:cubicBezTo>
                <a:cubicBezTo>
                  <a:pt x="7800" y="305946"/>
                  <a:pt x="6053" y="304200"/>
                  <a:pt x="3900" y="304200"/>
                </a:cubicBezTo>
                <a:lnTo>
                  <a:pt x="3900" y="304200"/>
                </a:lnTo>
                <a:moveTo>
                  <a:pt x="58500" y="191100"/>
                </a:moveTo>
                <a:cubicBezTo>
                  <a:pt x="56346" y="191100"/>
                  <a:pt x="54600" y="192846"/>
                  <a:pt x="54600" y="195000"/>
                </a:cubicBezTo>
                <a:cubicBezTo>
                  <a:pt x="54600" y="197153"/>
                  <a:pt x="56346" y="198900"/>
                  <a:pt x="58500" y="198900"/>
                </a:cubicBezTo>
                <a:cubicBezTo>
                  <a:pt x="60653" y="198900"/>
                  <a:pt x="62400" y="197153"/>
                  <a:pt x="62400" y="195000"/>
                </a:cubicBezTo>
                <a:cubicBezTo>
                  <a:pt x="62400" y="192846"/>
                  <a:pt x="60653" y="191100"/>
                  <a:pt x="58500" y="191100"/>
                </a:cubicBezTo>
                <a:lnTo>
                  <a:pt x="58500" y="191100"/>
                </a:lnTo>
                <a:moveTo>
                  <a:pt x="97500" y="191100"/>
                </a:moveTo>
                <a:cubicBezTo>
                  <a:pt x="95346" y="191100"/>
                  <a:pt x="93600" y="192846"/>
                  <a:pt x="93600" y="195000"/>
                </a:cubicBezTo>
                <a:cubicBezTo>
                  <a:pt x="93600" y="197153"/>
                  <a:pt x="95346" y="198900"/>
                  <a:pt x="97500" y="198900"/>
                </a:cubicBezTo>
                <a:cubicBezTo>
                  <a:pt x="99653" y="198900"/>
                  <a:pt x="101400" y="197153"/>
                  <a:pt x="101400" y="195000"/>
                </a:cubicBezTo>
                <a:cubicBezTo>
                  <a:pt x="101400" y="192846"/>
                  <a:pt x="99653" y="191100"/>
                  <a:pt x="97500" y="191100"/>
                </a:cubicBezTo>
                <a:lnTo>
                  <a:pt x="97500" y="191100"/>
                </a:lnTo>
                <a:moveTo>
                  <a:pt x="187200" y="156000"/>
                </a:moveTo>
                <a:lnTo>
                  <a:pt x="39000" y="156000"/>
                </a:lnTo>
                <a:cubicBezTo>
                  <a:pt x="17460" y="156000"/>
                  <a:pt x="0" y="173460"/>
                  <a:pt x="0" y="195000"/>
                </a:cubicBezTo>
                <a:cubicBezTo>
                  <a:pt x="0" y="216539"/>
                  <a:pt x="17460" y="234000"/>
                  <a:pt x="39000" y="234000"/>
                </a:cubicBezTo>
                <a:lnTo>
                  <a:pt x="140400" y="234000"/>
                </a:lnTo>
                <a:moveTo>
                  <a:pt x="58500" y="113100"/>
                </a:moveTo>
                <a:cubicBezTo>
                  <a:pt x="56346" y="113100"/>
                  <a:pt x="54600" y="114846"/>
                  <a:pt x="54600" y="117000"/>
                </a:cubicBezTo>
                <a:cubicBezTo>
                  <a:pt x="54600" y="119153"/>
                  <a:pt x="56346" y="120900"/>
                  <a:pt x="58500" y="120900"/>
                </a:cubicBezTo>
                <a:cubicBezTo>
                  <a:pt x="60653" y="120900"/>
                  <a:pt x="62400" y="119153"/>
                  <a:pt x="62400" y="117000"/>
                </a:cubicBezTo>
                <a:cubicBezTo>
                  <a:pt x="62400" y="114846"/>
                  <a:pt x="60653" y="113100"/>
                  <a:pt x="58500" y="113100"/>
                </a:cubicBezTo>
                <a:lnTo>
                  <a:pt x="58500" y="113100"/>
                </a:lnTo>
                <a:moveTo>
                  <a:pt x="97500" y="113100"/>
                </a:moveTo>
                <a:cubicBezTo>
                  <a:pt x="95346" y="113100"/>
                  <a:pt x="93600" y="114846"/>
                  <a:pt x="93600" y="117000"/>
                </a:cubicBezTo>
                <a:cubicBezTo>
                  <a:pt x="93600" y="119153"/>
                  <a:pt x="95346" y="120900"/>
                  <a:pt x="97500" y="120900"/>
                </a:cubicBezTo>
                <a:cubicBezTo>
                  <a:pt x="99653" y="120900"/>
                  <a:pt x="101400" y="119153"/>
                  <a:pt x="101400" y="117000"/>
                </a:cubicBezTo>
                <a:cubicBezTo>
                  <a:pt x="101400" y="114846"/>
                  <a:pt x="99653" y="113100"/>
                  <a:pt x="97500" y="113100"/>
                </a:cubicBezTo>
                <a:lnTo>
                  <a:pt x="97500" y="113100"/>
                </a:lnTo>
                <a:moveTo>
                  <a:pt x="265200" y="117000"/>
                </a:moveTo>
                <a:cubicBezTo>
                  <a:pt x="265200" y="95460"/>
                  <a:pt x="247739" y="78000"/>
                  <a:pt x="226200" y="78000"/>
                </a:cubicBezTo>
                <a:lnTo>
                  <a:pt x="39000" y="78000"/>
                </a:lnTo>
                <a:cubicBezTo>
                  <a:pt x="17460" y="78000"/>
                  <a:pt x="0" y="95460"/>
                  <a:pt x="0" y="117000"/>
                </a:cubicBezTo>
                <a:cubicBezTo>
                  <a:pt x="0" y="138539"/>
                  <a:pt x="17460" y="156000"/>
                  <a:pt x="39000" y="156000"/>
                </a:cubicBezTo>
                <a:lnTo>
                  <a:pt x="187200" y="156000"/>
                </a:lnTo>
                <a:moveTo>
                  <a:pt x="58500" y="35100"/>
                </a:moveTo>
                <a:lnTo>
                  <a:pt x="58500" y="35100"/>
                </a:lnTo>
                <a:cubicBezTo>
                  <a:pt x="60653" y="35100"/>
                  <a:pt x="62400" y="36846"/>
                  <a:pt x="62400" y="39000"/>
                </a:cubicBezTo>
                <a:cubicBezTo>
                  <a:pt x="62400" y="41153"/>
                  <a:pt x="60653" y="42900"/>
                  <a:pt x="58500" y="42900"/>
                </a:cubicBezTo>
                <a:cubicBezTo>
                  <a:pt x="56346" y="42900"/>
                  <a:pt x="54600" y="41153"/>
                  <a:pt x="54600" y="39000"/>
                </a:cubicBezTo>
                <a:cubicBezTo>
                  <a:pt x="54600" y="36846"/>
                  <a:pt x="56346" y="35100"/>
                  <a:pt x="58500" y="35100"/>
                </a:cubicBezTo>
                <a:moveTo>
                  <a:pt x="97500" y="35100"/>
                </a:moveTo>
                <a:lnTo>
                  <a:pt x="97500" y="35100"/>
                </a:lnTo>
                <a:cubicBezTo>
                  <a:pt x="99653" y="35100"/>
                  <a:pt x="101400" y="36846"/>
                  <a:pt x="101400" y="39000"/>
                </a:cubicBezTo>
                <a:cubicBezTo>
                  <a:pt x="101400" y="41153"/>
                  <a:pt x="99653" y="42900"/>
                  <a:pt x="97500" y="42900"/>
                </a:cubicBezTo>
                <a:cubicBezTo>
                  <a:pt x="95346" y="42900"/>
                  <a:pt x="93600" y="41153"/>
                  <a:pt x="93600" y="39000"/>
                </a:cubicBezTo>
                <a:cubicBezTo>
                  <a:pt x="93600" y="36846"/>
                  <a:pt x="95346" y="35100"/>
                  <a:pt x="97500" y="35100"/>
                </a:cubicBezTo>
                <a:moveTo>
                  <a:pt x="265200" y="39000"/>
                </a:moveTo>
                <a:cubicBezTo>
                  <a:pt x="265200" y="17460"/>
                  <a:pt x="247739" y="0"/>
                  <a:pt x="226200" y="0"/>
                </a:cubicBezTo>
                <a:lnTo>
                  <a:pt x="39000" y="0"/>
                </a:lnTo>
                <a:cubicBezTo>
                  <a:pt x="17460" y="0"/>
                  <a:pt x="0" y="17460"/>
                  <a:pt x="0" y="39000"/>
                </a:cubicBezTo>
                <a:cubicBezTo>
                  <a:pt x="0" y="60539"/>
                  <a:pt x="17460" y="78000"/>
                  <a:pt x="39000" y="78000"/>
                </a:cubicBezTo>
                <a:lnTo>
                  <a:pt x="226200" y="78000"/>
                </a:lnTo>
                <a:cubicBezTo>
                  <a:pt x="247739" y="78000"/>
                  <a:pt x="265200" y="60539"/>
                  <a:pt x="265200" y="39000"/>
                </a:cubicBezTo>
                <a:close/>
              </a:path>
            </a:pathLst>
          </a:custGeom>
          <a:noFill/>
          <a:ln w="11700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358656" y="4089301"/>
            <a:ext cx="728512" cy="18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3BC482"/>
                </a:solidFill>
                <a:latin typeface="Roboto"/>
              </a:rPr>
              <a:t>Scalability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77176" y="4122373"/>
            <a:ext cx="362700" cy="362700"/>
          </a:xfrm>
          <a:custGeom>
            <a:avLst/>
            <a:gdLst/>
            <a:ahLst/>
            <a:cxnLst/>
            <a:rect l="0" t="0" r="0" b="0"/>
            <a:pathLst>
              <a:path w="362700" h="362700">
                <a:moveTo>
                  <a:pt x="186420" y="150540"/>
                </a:moveTo>
                <a:cubicBezTo>
                  <a:pt x="220881" y="150540"/>
                  <a:pt x="248820" y="136571"/>
                  <a:pt x="248820" y="119340"/>
                </a:cubicBezTo>
                <a:cubicBezTo>
                  <a:pt x="248820" y="102109"/>
                  <a:pt x="220881" y="88140"/>
                  <a:pt x="186420" y="88140"/>
                </a:cubicBezTo>
                <a:cubicBezTo>
                  <a:pt x="151956" y="88140"/>
                  <a:pt x="124019" y="102109"/>
                  <a:pt x="124019" y="119340"/>
                </a:cubicBezTo>
                <a:cubicBezTo>
                  <a:pt x="124019" y="136571"/>
                  <a:pt x="151956" y="150540"/>
                  <a:pt x="186420" y="150540"/>
                </a:cubicBezTo>
                <a:close/>
                <a:moveTo>
                  <a:pt x="124019" y="119340"/>
                </a:moveTo>
                <a:lnTo>
                  <a:pt x="124019" y="172379"/>
                </a:lnTo>
                <a:cubicBezTo>
                  <a:pt x="124019" y="189539"/>
                  <a:pt x="152099" y="203579"/>
                  <a:pt x="186420" y="203579"/>
                </a:cubicBezTo>
                <a:cubicBezTo>
                  <a:pt x="220739" y="203579"/>
                  <a:pt x="248820" y="189539"/>
                  <a:pt x="248820" y="172379"/>
                </a:cubicBezTo>
                <a:lnTo>
                  <a:pt x="248820" y="119340"/>
                </a:lnTo>
                <a:moveTo>
                  <a:pt x="124019" y="173939"/>
                </a:moveTo>
                <a:lnTo>
                  <a:pt x="124019" y="226979"/>
                </a:lnTo>
                <a:cubicBezTo>
                  <a:pt x="124019" y="244139"/>
                  <a:pt x="152099" y="258179"/>
                  <a:pt x="186420" y="258179"/>
                </a:cubicBezTo>
                <a:cubicBezTo>
                  <a:pt x="220739" y="258179"/>
                  <a:pt x="248820" y="244139"/>
                  <a:pt x="248820" y="226979"/>
                </a:cubicBezTo>
                <a:lnTo>
                  <a:pt x="248820" y="173939"/>
                </a:lnTo>
                <a:moveTo>
                  <a:pt x="58500" y="11700"/>
                </a:moveTo>
                <a:lnTo>
                  <a:pt x="11700" y="11700"/>
                </a:lnTo>
                <a:lnTo>
                  <a:pt x="11700" y="58500"/>
                </a:lnTo>
                <a:moveTo>
                  <a:pt x="0" y="0"/>
                </a:moveTo>
                <a:moveTo>
                  <a:pt x="11700" y="11700"/>
                </a:moveTo>
                <a:lnTo>
                  <a:pt x="66300" y="66300"/>
                </a:lnTo>
                <a:moveTo>
                  <a:pt x="315900" y="11700"/>
                </a:moveTo>
                <a:lnTo>
                  <a:pt x="362700" y="11700"/>
                </a:lnTo>
                <a:lnTo>
                  <a:pt x="362700" y="58500"/>
                </a:lnTo>
                <a:moveTo>
                  <a:pt x="0" y="0"/>
                </a:moveTo>
                <a:moveTo>
                  <a:pt x="362700" y="11700"/>
                </a:moveTo>
                <a:lnTo>
                  <a:pt x="308100" y="66300"/>
                </a:lnTo>
                <a:moveTo>
                  <a:pt x="58500" y="362700"/>
                </a:moveTo>
                <a:lnTo>
                  <a:pt x="11700" y="362700"/>
                </a:lnTo>
                <a:lnTo>
                  <a:pt x="11700" y="315900"/>
                </a:lnTo>
                <a:moveTo>
                  <a:pt x="0" y="0"/>
                </a:moveTo>
                <a:moveTo>
                  <a:pt x="11700" y="362700"/>
                </a:moveTo>
                <a:lnTo>
                  <a:pt x="66300" y="308100"/>
                </a:lnTo>
                <a:moveTo>
                  <a:pt x="315900" y="362700"/>
                </a:moveTo>
                <a:lnTo>
                  <a:pt x="362700" y="362700"/>
                </a:lnTo>
                <a:lnTo>
                  <a:pt x="362700" y="315900"/>
                </a:lnTo>
                <a:moveTo>
                  <a:pt x="0" y="0"/>
                </a:moveTo>
                <a:moveTo>
                  <a:pt x="362700" y="362700"/>
                </a:moveTo>
                <a:lnTo>
                  <a:pt x="308100" y="308100"/>
                </a:lnTo>
                <a:moveTo>
                  <a:pt x="280020" y="262860"/>
                </a:moveTo>
                <a:cubicBezTo>
                  <a:pt x="317460" y="245700"/>
                  <a:pt x="342420" y="219179"/>
                  <a:pt x="342420" y="187979"/>
                </a:cubicBezTo>
                <a:cubicBezTo>
                  <a:pt x="342420" y="163019"/>
                  <a:pt x="325260" y="139619"/>
                  <a:pt x="297179" y="122459"/>
                </a:cubicBezTo>
                <a:moveTo>
                  <a:pt x="78779" y="120900"/>
                </a:moveTo>
                <a:cubicBezTo>
                  <a:pt x="49139" y="138060"/>
                  <a:pt x="30419" y="161460"/>
                  <a:pt x="30419" y="187979"/>
                </a:cubicBezTo>
                <a:cubicBezTo>
                  <a:pt x="30419" y="219179"/>
                  <a:pt x="55379" y="245700"/>
                  <a:pt x="92819" y="262860"/>
                </a:cubicBezTo>
              </a:path>
            </a:pathLst>
          </a:custGeom>
          <a:noFill/>
          <a:ln w="11700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00777" y="3948924"/>
            <a:ext cx="1138066" cy="18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A9D7"/>
                </a:solidFill>
                <a:latin typeface="Roboto"/>
              </a:rPr>
              <a:t>High Availability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56977" y="1649888"/>
            <a:ext cx="358800" cy="368042"/>
          </a:xfrm>
          <a:custGeom>
            <a:avLst/>
            <a:gdLst/>
            <a:ahLst/>
            <a:cxnLst/>
            <a:rect l="0" t="0" r="0" b="0"/>
            <a:pathLst>
              <a:path w="358800" h="368042">
                <a:moveTo>
                  <a:pt x="288600" y="234000"/>
                </a:moveTo>
                <a:lnTo>
                  <a:pt x="358800" y="234000"/>
                </a:lnTo>
                <a:lnTo>
                  <a:pt x="358800" y="163800"/>
                </a:lnTo>
                <a:moveTo>
                  <a:pt x="353464" y="234000"/>
                </a:moveTo>
                <a:cubicBezTo>
                  <a:pt x="339253" y="193777"/>
                  <a:pt x="299642" y="168253"/>
                  <a:pt x="257142" y="171930"/>
                </a:cubicBezTo>
                <a:cubicBezTo>
                  <a:pt x="214642" y="175608"/>
                  <a:pt x="180005" y="207557"/>
                  <a:pt x="172914" y="249622"/>
                </a:cubicBezTo>
                <a:cubicBezTo>
                  <a:pt x="165822" y="291688"/>
                  <a:pt x="188070" y="333227"/>
                  <a:pt x="227016" y="350634"/>
                </a:cubicBezTo>
                <a:cubicBezTo>
                  <a:pt x="265962" y="368042"/>
                  <a:pt x="311751" y="356914"/>
                  <a:pt x="338364" y="323575"/>
                </a:cubicBezTo>
                <a:moveTo>
                  <a:pt x="78000" y="312000"/>
                </a:moveTo>
                <a:lnTo>
                  <a:pt x="124800" y="312000"/>
                </a:lnTo>
                <a:moveTo>
                  <a:pt x="124815" y="234000"/>
                </a:moveTo>
                <a:lnTo>
                  <a:pt x="124815" y="312000"/>
                </a:lnTo>
                <a:moveTo>
                  <a:pt x="42900" y="304200"/>
                </a:moveTo>
                <a:cubicBezTo>
                  <a:pt x="40746" y="304200"/>
                  <a:pt x="39000" y="305946"/>
                  <a:pt x="39000" y="308100"/>
                </a:cubicBezTo>
                <a:cubicBezTo>
                  <a:pt x="39000" y="310253"/>
                  <a:pt x="40746" y="312000"/>
                  <a:pt x="42900" y="312000"/>
                </a:cubicBezTo>
                <a:cubicBezTo>
                  <a:pt x="45053" y="312000"/>
                  <a:pt x="46800" y="310253"/>
                  <a:pt x="46800" y="308100"/>
                </a:cubicBezTo>
                <a:cubicBezTo>
                  <a:pt x="46800" y="305946"/>
                  <a:pt x="45053" y="304200"/>
                  <a:pt x="42900" y="304200"/>
                </a:cubicBezTo>
                <a:lnTo>
                  <a:pt x="42900" y="304200"/>
                </a:lnTo>
                <a:moveTo>
                  <a:pt x="3900" y="304200"/>
                </a:moveTo>
                <a:cubicBezTo>
                  <a:pt x="1746" y="304200"/>
                  <a:pt x="0" y="305946"/>
                  <a:pt x="0" y="308100"/>
                </a:cubicBezTo>
                <a:cubicBezTo>
                  <a:pt x="0" y="310253"/>
                  <a:pt x="1746" y="312000"/>
                  <a:pt x="3900" y="312000"/>
                </a:cubicBezTo>
                <a:cubicBezTo>
                  <a:pt x="6053" y="312000"/>
                  <a:pt x="7800" y="310253"/>
                  <a:pt x="7800" y="308100"/>
                </a:cubicBezTo>
                <a:cubicBezTo>
                  <a:pt x="7800" y="305946"/>
                  <a:pt x="6053" y="304200"/>
                  <a:pt x="3900" y="304200"/>
                </a:cubicBezTo>
                <a:lnTo>
                  <a:pt x="3900" y="304200"/>
                </a:lnTo>
                <a:moveTo>
                  <a:pt x="58500" y="191100"/>
                </a:moveTo>
                <a:cubicBezTo>
                  <a:pt x="56346" y="191100"/>
                  <a:pt x="54600" y="192846"/>
                  <a:pt x="54600" y="195000"/>
                </a:cubicBezTo>
                <a:cubicBezTo>
                  <a:pt x="54600" y="197153"/>
                  <a:pt x="56346" y="198900"/>
                  <a:pt x="58500" y="198900"/>
                </a:cubicBezTo>
                <a:cubicBezTo>
                  <a:pt x="60653" y="198900"/>
                  <a:pt x="62400" y="197153"/>
                  <a:pt x="62400" y="195000"/>
                </a:cubicBezTo>
                <a:cubicBezTo>
                  <a:pt x="62400" y="192846"/>
                  <a:pt x="60653" y="191100"/>
                  <a:pt x="58500" y="191100"/>
                </a:cubicBezTo>
                <a:lnTo>
                  <a:pt x="58500" y="191100"/>
                </a:lnTo>
                <a:moveTo>
                  <a:pt x="97500" y="191100"/>
                </a:moveTo>
                <a:cubicBezTo>
                  <a:pt x="95346" y="191100"/>
                  <a:pt x="93600" y="192846"/>
                  <a:pt x="93600" y="195000"/>
                </a:cubicBezTo>
                <a:cubicBezTo>
                  <a:pt x="93600" y="197153"/>
                  <a:pt x="95346" y="198900"/>
                  <a:pt x="97500" y="198900"/>
                </a:cubicBezTo>
                <a:cubicBezTo>
                  <a:pt x="99653" y="198900"/>
                  <a:pt x="101400" y="197153"/>
                  <a:pt x="101400" y="195000"/>
                </a:cubicBezTo>
                <a:cubicBezTo>
                  <a:pt x="101400" y="192846"/>
                  <a:pt x="99653" y="191100"/>
                  <a:pt x="97500" y="191100"/>
                </a:cubicBezTo>
                <a:lnTo>
                  <a:pt x="97500" y="191100"/>
                </a:lnTo>
                <a:moveTo>
                  <a:pt x="187200" y="156000"/>
                </a:moveTo>
                <a:lnTo>
                  <a:pt x="39000" y="156000"/>
                </a:lnTo>
                <a:cubicBezTo>
                  <a:pt x="17460" y="156000"/>
                  <a:pt x="0" y="173460"/>
                  <a:pt x="0" y="195000"/>
                </a:cubicBezTo>
                <a:cubicBezTo>
                  <a:pt x="0" y="216539"/>
                  <a:pt x="17460" y="234000"/>
                  <a:pt x="39000" y="234000"/>
                </a:cubicBezTo>
                <a:lnTo>
                  <a:pt x="140400" y="234000"/>
                </a:lnTo>
                <a:moveTo>
                  <a:pt x="58500" y="113100"/>
                </a:moveTo>
                <a:cubicBezTo>
                  <a:pt x="56346" y="113100"/>
                  <a:pt x="54600" y="114846"/>
                  <a:pt x="54600" y="117000"/>
                </a:cubicBezTo>
                <a:cubicBezTo>
                  <a:pt x="54600" y="119153"/>
                  <a:pt x="56346" y="120900"/>
                  <a:pt x="58500" y="120900"/>
                </a:cubicBezTo>
                <a:cubicBezTo>
                  <a:pt x="60653" y="120900"/>
                  <a:pt x="62400" y="119153"/>
                  <a:pt x="62400" y="117000"/>
                </a:cubicBezTo>
                <a:cubicBezTo>
                  <a:pt x="62400" y="114846"/>
                  <a:pt x="60653" y="113100"/>
                  <a:pt x="58500" y="113100"/>
                </a:cubicBezTo>
                <a:lnTo>
                  <a:pt x="58500" y="113100"/>
                </a:lnTo>
                <a:moveTo>
                  <a:pt x="97500" y="113100"/>
                </a:moveTo>
                <a:cubicBezTo>
                  <a:pt x="95346" y="113100"/>
                  <a:pt x="93600" y="114846"/>
                  <a:pt x="93600" y="117000"/>
                </a:cubicBezTo>
                <a:cubicBezTo>
                  <a:pt x="93600" y="119153"/>
                  <a:pt x="95346" y="120900"/>
                  <a:pt x="97500" y="120900"/>
                </a:cubicBezTo>
                <a:cubicBezTo>
                  <a:pt x="99653" y="120900"/>
                  <a:pt x="101400" y="119153"/>
                  <a:pt x="101400" y="117000"/>
                </a:cubicBezTo>
                <a:cubicBezTo>
                  <a:pt x="101400" y="114846"/>
                  <a:pt x="99653" y="113100"/>
                  <a:pt x="97500" y="113100"/>
                </a:cubicBezTo>
                <a:lnTo>
                  <a:pt x="97500" y="113100"/>
                </a:lnTo>
                <a:moveTo>
                  <a:pt x="265200" y="117000"/>
                </a:moveTo>
                <a:cubicBezTo>
                  <a:pt x="265200" y="95460"/>
                  <a:pt x="247739" y="78000"/>
                  <a:pt x="226200" y="78000"/>
                </a:cubicBezTo>
                <a:lnTo>
                  <a:pt x="39000" y="78000"/>
                </a:lnTo>
                <a:cubicBezTo>
                  <a:pt x="17460" y="78000"/>
                  <a:pt x="0" y="95460"/>
                  <a:pt x="0" y="117000"/>
                </a:cubicBezTo>
                <a:cubicBezTo>
                  <a:pt x="0" y="138539"/>
                  <a:pt x="17460" y="156000"/>
                  <a:pt x="39000" y="156000"/>
                </a:cubicBezTo>
                <a:lnTo>
                  <a:pt x="187200" y="156000"/>
                </a:lnTo>
                <a:moveTo>
                  <a:pt x="58500" y="35100"/>
                </a:moveTo>
                <a:lnTo>
                  <a:pt x="58500" y="35100"/>
                </a:lnTo>
                <a:cubicBezTo>
                  <a:pt x="60653" y="35100"/>
                  <a:pt x="62400" y="36846"/>
                  <a:pt x="62400" y="39000"/>
                </a:cubicBezTo>
                <a:cubicBezTo>
                  <a:pt x="62400" y="41153"/>
                  <a:pt x="60653" y="42900"/>
                  <a:pt x="58500" y="42900"/>
                </a:cubicBezTo>
                <a:cubicBezTo>
                  <a:pt x="56346" y="42900"/>
                  <a:pt x="54600" y="41153"/>
                  <a:pt x="54600" y="39000"/>
                </a:cubicBezTo>
                <a:cubicBezTo>
                  <a:pt x="54600" y="36846"/>
                  <a:pt x="56346" y="35100"/>
                  <a:pt x="58500" y="35100"/>
                </a:cubicBezTo>
                <a:moveTo>
                  <a:pt x="97500" y="35100"/>
                </a:moveTo>
                <a:lnTo>
                  <a:pt x="97500" y="35100"/>
                </a:lnTo>
                <a:cubicBezTo>
                  <a:pt x="99653" y="35100"/>
                  <a:pt x="101400" y="36846"/>
                  <a:pt x="101400" y="39000"/>
                </a:cubicBezTo>
                <a:cubicBezTo>
                  <a:pt x="101400" y="41153"/>
                  <a:pt x="99653" y="42900"/>
                  <a:pt x="97500" y="42900"/>
                </a:cubicBezTo>
                <a:cubicBezTo>
                  <a:pt x="95346" y="42900"/>
                  <a:pt x="93600" y="41153"/>
                  <a:pt x="93600" y="39000"/>
                </a:cubicBezTo>
                <a:cubicBezTo>
                  <a:pt x="93600" y="36846"/>
                  <a:pt x="95346" y="35100"/>
                  <a:pt x="97500" y="35100"/>
                </a:cubicBezTo>
                <a:moveTo>
                  <a:pt x="265200" y="39000"/>
                </a:moveTo>
                <a:cubicBezTo>
                  <a:pt x="265200" y="17460"/>
                  <a:pt x="247739" y="0"/>
                  <a:pt x="226200" y="0"/>
                </a:cubicBezTo>
                <a:lnTo>
                  <a:pt x="39000" y="0"/>
                </a:lnTo>
                <a:cubicBezTo>
                  <a:pt x="17460" y="0"/>
                  <a:pt x="0" y="17460"/>
                  <a:pt x="0" y="39000"/>
                </a:cubicBezTo>
                <a:cubicBezTo>
                  <a:pt x="0" y="60539"/>
                  <a:pt x="17460" y="78000"/>
                  <a:pt x="39000" y="78000"/>
                </a:cubicBezTo>
                <a:lnTo>
                  <a:pt x="226200" y="78000"/>
                </a:lnTo>
                <a:cubicBezTo>
                  <a:pt x="247739" y="78000"/>
                  <a:pt x="265200" y="60539"/>
                  <a:pt x="265200" y="39000"/>
                </a:cubicBezTo>
                <a:close/>
              </a:path>
            </a:pathLst>
          </a:custGeom>
          <a:noFill/>
          <a:ln w="11700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664612" y="4366662"/>
            <a:ext cx="1422595" cy="280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84848"/>
                </a:solidFill>
                <a:latin typeface="Roboto"/>
              </a:rPr>
              <a:t>Automatic resource scaling
for fluctuating demands.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0777" y="4226269"/>
            <a:ext cx="1178611" cy="4211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84848"/>
                </a:solidFill>
                <a:latin typeface="Roboto"/>
              </a:rPr>
              <a:t>Fault tolerance across
Availability Zones for
continuous operation.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38770" y="863648"/>
            <a:ext cx="4910474" cy="23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484848"/>
                </a:solidFill>
                <a:latin typeface="Roboto"/>
              </a:rPr>
              <a:t>Unveiling the Multifaceted Benefits of AWS Architecture</a:t>
            </a:r>
          </a:p>
        </p:txBody>
      </p:sp>
    </p:spTree>
    <p:extLst>
      <p:ext uri="{BB962C8B-B14F-4D97-AF65-F5344CB8AC3E}">
        <p14:creationId xmlns:p14="http://schemas.microsoft.com/office/powerpoint/2010/main" val="17403719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46200" y="2409088"/>
            <a:ext cx="1216800" cy="1216800"/>
          </a:xfrm>
          <a:custGeom>
            <a:avLst/>
            <a:gdLst/>
            <a:ahLst/>
            <a:cxnLst/>
            <a:rect l="0" t="0" r="0" b="0"/>
            <a:pathLst>
              <a:path w="1216800" h="1216800">
                <a:moveTo>
                  <a:pt x="975000" y="655200"/>
                </a:moveTo>
                <a:cubicBezTo>
                  <a:pt x="798376" y="655200"/>
                  <a:pt x="655200" y="798376"/>
                  <a:pt x="655200" y="975000"/>
                </a:cubicBezTo>
                <a:lnTo>
                  <a:pt x="655200" y="1216800"/>
                </a:lnTo>
                <a:lnTo>
                  <a:pt x="0" y="1216800"/>
                </a:lnTo>
                <a:lnTo>
                  <a:pt x="0" y="897000"/>
                </a:lnTo>
                <a:cubicBezTo>
                  <a:pt x="0" y="401598"/>
                  <a:pt x="401598" y="0"/>
                  <a:pt x="897000" y="0"/>
                </a:cubicBezTo>
                <a:lnTo>
                  <a:pt x="1216800" y="0"/>
                </a:lnTo>
                <a:lnTo>
                  <a:pt x="1216800" y="655200"/>
                </a:lnTo>
                <a:lnTo>
                  <a:pt x="975000" y="655200"/>
                </a:lnTo>
              </a:path>
            </a:pathLst>
          </a:custGeom>
          <a:solidFill>
            <a:srgbClr val="DD57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46200" y="2409088"/>
            <a:ext cx="1216800" cy="1216800"/>
          </a:xfrm>
          <a:custGeom>
            <a:avLst/>
            <a:gdLst/>
            <a:ahLst/>
            <a:cxnLst/>
            <a:rect l="0" t="0" r="0" b="0"/>
            <a:pathLst>
              <a:path w="1216800" h="1216800">
                <a:moveTo>
                  <a:pt x="975000" y="655200"/>
                </a:moveTo>
                <a:cubicBezTo>
                  <a:pt x="798379" y="655200"/>
                  <a:pt x="655200" y="798379"/>
                  <a:pt x="655200" y="975000"/>
                </a:cubicBezTo>
                <a:lnTo>
                  <a:pt x="655200" y="1216800"/>
                </a:lnTo>
                <a:lnTo>
                  <a:pt x="0" y="1216800"/>
                </a:lnTo>
                <a:lnTo>
                  <a:pt x="0" y="897000"/>
                </a:lnTo>
                <a:cubicBezTo>
                  <a:pt x="0" y="401600"/>
                  <a:pt x="401600" y="0"/>
                  <a:pt x="897000" y="0"/>
                </a:cubicBezTo>
                <a:lnTo>
                  <a:pt x="1216800" y="0"/>
                </a:lnTo>
                <a:lnTo>
                  <a:pt x="1216800" y="655200"/>
                </a:lnTo>
                <a:lnTo>
                  <a:pt x="975000" y="655200"/>
                </a:lnTo>
                <a:close/>
              </a:path>
            </a:pathLst>
          </a:custGeom>
          <a:noFill/>
          <a:ln w="11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" name="Group 5"/>
          <p:cNvGrpSpPr/>
          <p:nvPr/>
        </p:nvGrpSpPr>
        <p:grpSpPr>
          <a:xfrm>
            <a:off x="6373800" y="2221888"/>
            <a:ext cx="163800" cy="491400"/>
            <a:chOff x="4867200" y="1778354"/>
            <a:chExt cx="163800" cy="491400"/>
          </a:xfrm>
        </p:grpSpPr>
        <p:sp>
          <p:nvSpPr>
            <p:cNvPr id="4" name="Rounded Rectangle 3"/>
            <p:cNvSpPr/>
            <p:nvPr/>
          </p:nvSpPr>
          <p:spPr>
            <a:xfrm>
              <a:off x="4867200" y="1778354"/>
              <a:ext cx="140400" cy="468000"/>
            </a:xfrm>
            <a:custGeom>
              <a:avLst/>
              <a:gdLst/>
              <a:ahLst/>
              <a:cxnLst/>
              <a:rect l="0" t="0" r="0" b="0"/>
              <a:pathLst>
                <a:path w="140400" h="468000">
                  <a:moveTo>
                    <a:pt x="0" y="0"/>
                  </a:moveTo>
                  <a:lnTo>
                    <a:pt x="0" y="327600"/>
                  </a:lnTo>
                  <a:lnTo>
                    <a:pt x="140400" y="468000"/>
                  </a:lnTo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984200" y="2222954"/>
              <a:ext cx="46800" cy="46800"/>
            </a:xfrm>
            <a:custGeom>
              <a:avLst/>
              <a:gdLst/>
              <a:ahLst/>
              <a:cxnLst/>
              <a:rect l="0" t="0" r="0" b="0"/>
              <a:pathLst>
                <a:path w="46800" h="46800">
                  <a:moveTo>
                    <a:pt x="0" y="23399"/>
                  </a:moveTo>
                  <a:cubicBezTo>
                    <a:pt x="0" y="36323"/>
                    <a:pt x="10476" y="46800"/>
                    <a:pt x="23400" y="46800"/>
                  </a:cubicBezTo>
                  <a:cubicBezTo>
                    <a:pt x="36323" y="46800"/>
                    <a:pt x="46800" y="36323"/>
                    <a:pt x="46800" y="23400"/>
                  </a:cubicBezTo>
                  <a:cubicBezTo>
                    <a:pt x="46800" y="10476"/>
                    <a:pt x="36323" y="0"/>
                    <a:pt x="23400" y="0"/>
                  </a:cubicBezTo>
                  <a:cubicBezTo>
                    <a:pt x="10476" y="0"/>
                    <a:pt x="0" y="10476"/>
                    <a:pt x="0" y="23400"/>
                  </a:cubicBezTo>
                  <a:close/>
                </a:path>
              </a:pathLst>
            </a:custGeom>
            <a:solidFill>
              <a:srgbClr val="484848"/>
            </a:solidFill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" name="Rounded Rectangle 6"/>
          <p:cNvSpPr/>
          <p:nvPr/>
        </p:nvSpPr>
        <p:spPr>
          <a:xfrm>
            <a:off x="5484600" y="3625888"/>
            <a:ext cx="1216800" cy="1216800"/>
          </a:xfrm>
          <a:custGeom>
            <a:avLst/>
            <a:gdLst/>
            <a:ahLst/>
            <a:cxnLst/>
            <a:rect l="0" t="0" r="0" b="0"/>
            <a:pathLst>
              <a:path w="1216800" h="1216800">
                <a:moveTo>
                  <a:pt x="241800" y="561600"/>
                </a:moveTo>
                <a:cubicBezTo>
                  <a:pt x="418423" y="561600"/>
                  <a:pt x="561600" y="418423"/>
                  <a:pt x="561600" y="241800"/>
                </a:cubicBezTo>
                <a:lnTo>
                  <a:pt x="561600" y="0"/>
                </a:lnTo>
                <a:lnTo>
                  <a:pt x="1216800" y="0"/>
                </a:lnTo>
                <a:lnTo>
                  <a:pt x="1216800" y="343200"/>
                </a:lnTo>
                <a:cubicBezTo>
                  <a:pt x="1216800" y="838601"/>
                  <a:pt x="815201" y="1216800"/>
                  <a:pt x="319800" y="1216800"/>
                </a:cubicBezTo>
                <a:lnTo>
                  <a:pt x="0" y="1216800"/>
                </a:lnTo>
                <a:lnTo>
                  <a:pt x="0" y="561600"/>
                </a:lnTo>
                <a:lnTo>
                  <a:pt x="241800" y="561600"/>
                </a:lnTo>
              </a:path>
            </a:pathLst>
          </a:custGeom>
          <a:solidFill>
            <a:srgbClr val="B95CE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4600" y="3625888"/>
            <a:ext cx="1216800" cy="1216800"/>
          </a:xfrm>
          <a:custGeom>
            <a:avLst/>
            <a:gdLst/>
            <a:ahLst/>
            <a:cxnLst/>
            <a:rect l="0" t="0" r="0" b="0"/>
            <a:pathLst>
              <a:path w="1216800" h="1216800">
                <a:moveTo>
                  <a:pt x="241800" y="561600"/>
                </a:moveTo>
                <a:cubicBezTo>
                  <a:pt x="418420" y="561600"/>
                  <a:pt x="561600" y="418420"/>
                  <a:pt x="561600" y="241800"/>
                </a:cubicBezTo>
                <a:lnTo>
                  <a:pt x="561600" y="0"/>
                </a:lnTo>
                <a:lnTo>
                  <a:pt x="1216800" y="0"/>
                </a:lnTo>
                <a:lnTo>
                  <a:pt x="1216800" y="343200"/>
                </a:lnTo>
                <a:cubicBezTo>
                  <a:pt x="1216800" y="838599"/>
                  <a:pt x="815199" y="1216800"/>
                  <a:pt x="319800" y="1216800"/>
                </a:cubicBezTo>
                <a:lnTo>
                  <a:pt x="0" y="1216800"/>
                </a:lnTo>
                <a:lnTo>
                  <a:pt x="0" y="561600"/>
                </a:lnTo>
                <a:lnTo>
                  <a:pt x="241800" y="561600"/>
                </a:lnTo>
                <a:close/>
              </a:path>
            </a:pathLst>
          </a:custGeom>
          <a:noFill/>
          <a:ln w="11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6210000" y="4538488"/>
            <a:ext cx="163800" cy="491400"/>
            <a:chOff x="4703400" y="4094954"/>
            <a:chExt cx="163800" cy="491400"/>
          </a:xfrm>
        </p:grpSpPr>
        <p:sp>
          <p:nvSpPr>
            <p:cNvPr id="9" name="Rounded Rectangle 8"/>
            <p:cNvSpPr/>
            <p:nvPr/>
          </p:nvSpPr>
          <p:spPr>
            <a:xfrm>
              <a:off x="4726800" y="4118354"/>
              <a:ext cx="140400" cy="468000"/>
            </a:xfrm>
            <a:custGeom>
              <a:avLst/>
              <a:gdLst/>
              <a:ahLst/>
              <a:cxnLst/>
              <a:rect l="0" t="0" r="0" b="0"/>
              <a:pathLst>
                <a:path w="140400" h="468000">
                  <a:moveTo>
                    <a:pt x="140400" y="468000"/>
                  </a:moveTo>
                  <a:lnTo>
                    <a:pt x="140400" y="140400"/>
                  </a:lnTo>
                  <a:lnTo>
                    <a:pt x="0" y="0"/>
                  </a:lnTo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703400" y="4094954"/>
              <a:ext cx="46800" cy="46800"/>
            </a:xfrm>
            <a:custGeom>
              <a:avLst/>
              <a:gdLst/>
              <a:ahLst/>
              <a:cxnLst/>
              <a:rect l="0" t="0" r="0" b="0"/>
              <a:pathLst>
                <a:path w="46800" h="46800">
                  <a:moveTo>
                    <a:pt x="0" y="23400"/>
                  </a:moveTo>
                  <a:cubicBezTo>
                    <a:pt x="0" y="36323"/>
                    <a:pt x="10476" y="46800"/>
                    <a:pt x="23400" y="46800"/>
                  </a:cubicBezTo>
                  <a:cubicBezTo>
                    <a:pt x="36323" y="46800"/>
                    <a:pt x="46800" y="36323"/>
                    <a:pt x="46800" y="23400"/>
                  </a:cubicBezTo>
                  <a:cubicBezTo>
                    <a:pt x="46800" y="10476"/>
                    <a:pt x="36323" y="0"/>
                    <a:pt x="23400" y="0"/>
                  </a:cubicBezTo>
                  <a:cubicBezTo>
                    <a:pt x="10476" y="0"/>
                    <a:pt x="0" y="10476"/>
                    <a:pt x="0" y="23400"/>
                  </a:cubicBezTo>
                  <a:close/>
                </a:path>
              </a:pathLst>
            </a:custGeom>
            <a:solidFill>
              <a:srgbClr val="484848"/>
            </a:solidFill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4266733" y="3625888"/>
            <a:ext cx="1216800" cy="1216800"/>
          </a:xfrm>
          <a:custGeom>
            <a:avLst/>
            <a:gdLst/>
            <a:ahLst/>
            <a:cxnLst/>
            <a:rect l="0" t="0" r="0" b="0"/>
            <a:pathLst>
              <a:path w="1216800" h="1216800">
                <a:moveTo>
                  <a:pt x="975000" y="561600"/>
                </a:moveTo>
                <a:cubicBezTo>
                  <a:pt x="798376" y="561600"/>
                  <a:pt x="655200" y="418423"/>
                  <a:pt x="655200" y="241800"/>
                </a:cubicBezTo>
                <a:lnTo>
                  <a:pt x="655200" y="0"/>
                </a:lnTo>
                <a:lnTo>
                  <a:pt x="15" y="0"/>
                </a:lnTo>
                <a:lnTo>
                  <a:pt x="15" y="343200"/>
                </a:lnTo>
                <a:cubicBezTo>
                  <a:pt x="0" y="692086"/>
                  <a:pt x="199188" y="971061"/>
                  <a:pt x="490042" y="1119385"/>
                </a:cubicBezTo>
                <a:cubicBezTo>
                  <a:pt x="612183" y="1181676"/>
                  <a:pt x="750492" y="1216800"/>
                  <a:pt x="897000" y="1216800"/>
                </a:cubicBezTo>
                <a:lnTo>
                  <a:pt x="1216800" y="1216800"/>
                </a:lnTo>
                <a:lnTo>
                  <a:pt x="1216800" y="561600"/>
                </a:lnTo>
                <a:lnTo>
                  <a:pt x="975000" y="561600"/>
                </a:lnTo>
              </a:path>
            </a:pathLst>
          </a:custGeom>
          <a:solidFill>
            <a:srgbClr val="4E88E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66733" y="3625888"/>
            <a:ext cx="1216800" cy="1216800"/>
          </a:xfrm>
          <a:custGeom>
            <a:avLst/>
            <a:gdLst/>
            <a:ahLst/>
            <a:cxnLst/>
            <a:rect l="0" t="0" r="0" b="0"/>
            <a:pathLst>
              <a:path w="1216800" h="1216800">
                <a:moveTo>
                  <a:pt x="975000" y="561600"/>
                </a:moveTo>
                <a:cubicBezTo>
                  <a:pt x="798379" y="561600"/>
                  <a:pt x="655200" y="418420"/>
                  <a:pt x="655200" y="241800"/>
                </a:cubicBezTo>
                <a:lnTo>
                  <a:pt x="655200" y="234000"/>
                </a:lnTo>
                <a:lnTo>
                  <a:pt x="655663" y="0"/>
                </a:lnTo>
                <a:lnTo>
                  <a:pt x="13" y="0"/>
                </a:lnTo>
                <a:lnTo>
                  <a:pt x="0" y="343200"/>
                </a:lnTo>
                <a:cubicBezTo>
                  <a:pt x="0" y="692090"/>
                  <a:pt x="199187" y="971057"/>
                  <a:pt x="490045" y="1119387"/>
                </a:cubicBezTo>
                <a:cubicBezTo>
                  <a:pt x="612185" y="1181675"/>
                  <a:pt x="750491" y="1216800"/>
                  <a:pt x="897000" y="1216800"/>
                </a:cubicBezTo>
                <a:lnTo>
                  <a:pt x="1216800" y="1216800"/>
                </a:lnTo>
                <a:lnTo>
                  <a:pt x="1216800" y="561600"/>
                </a:lnTo>
                <a:lnTo>
                  <a:pt x="975000" y="561600"/>
                </a:lnTo>
                <a:close/>
              </a:path>
            </a:pathLst>
          </a:custGeom>
          <a:noFill/>
          <a:ln w="11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6" name="Group 15"/>
          <p:cNvGrpSpPr/>
          <p:nvPr/>
        </p:nvGrpSpPr>
        <p:grpSpPr>
          <a:xfrm>
            <a:off x="4595400" y="4538488"/>
            <a:ext cx="163800" cy="491400"/>
            <a:chOff x="3088800" y="4094954"/>
            <a:chExt cx="163800" cy="491400"/>
          </a:xfrm>
        </p:grpSpPr>
        <p:sp>
          <p:nvSpPr>
            <p:cNvPr id="14" name="Rounded Rectangle 13"/>
            <p:cNvSpPr/>
            <p:nvPr/>
          </p:nvSpPr>
          <p:spPr>
            <a:xfrm>
              <a:off x="3088800" y="4118354"/>
              <a:ext cx="140400" cy="468000"/>
            </a:xfrm>
            <a:custGeom>
              <a:avLst/>
              <a:gdLst/>
              <a:ahLst/>
              <a:cxnLst/>
              <a:rect l="0" t="0" r="0" b="0"/>
              <a:pathLst>
                <a:path w="140400" h="468000">
                  <a:moveTo>
                    <a:pt x="0" y="468000"/>
                  </a:moveTo>
                  <a:lnTo>
                    <a:pt x="0" y="140400"/>
                  </a:lnTo>
                  <a:lnTo>
                    <a:pt x="140400" y="0"/>
                  </a:lnTo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205800" y="4094954"/>
              <a:ext cx="46800" cy="46800"/>
            </a:xfrm>
            <a:custGeom>
              <a:avLst/>
              <a:gdLst/>
              <a:ahLst/>
              <a:cxnLst/>
              <a:rect l="0" t="0" r="0" b="0"/>
              <a:pathLst>
                <a:path w="46800" h="46800">
                  <a:moveTo>
                    <a:pt x="0" y="23400"/>
                  </a:moveTo>
                  <a:cubicBezTo>
                    <a:pt x="0" y="36323"/>
                    <a:pt x="10476" y="46800"/>
                    <a:pt x="23400" y="46800"/>
                  </a:cubicBezTo>
                  <a:cubicBezTo>
                    <a:pt x="36323" y="46800"/>
                    <a:pt x="46800" y="36323"/>
                    <a:pt x="46800" y="23400"/>
                  </a:cubicBezTo>
                  <a:cubicBezTo>
                    <a:pt x="46800" y="10476"/>
                    <a:pt x="36323" y="0"/>
                    <a:pt x="23400" y="0"/>
                  </a:cubicBezTo>
                  <a:cubicBezTo>
                    <a:pt x="10476" y="0"/>
                    <a:pt x="0" y="10476"/>
                    <a:pt x="0" y="23400"/>
                  </a:cubicBezTo>
                  <a:close/>
                </a:path>
              </a:pathLst>
            </a:custGeom>
            <a:solidFill>
              <a:srgbClr val="484848"/>
            </a:solidFill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7" name="Rounded Rectangle 16"/>
          <p:cNvSpPr/>
          <p:nvPr/>
        </p:nvSpPr>
        <p:spPr>
          <a:xfrm>
            <a:off x="3705156" y="2409088"/>
            <a:ext cx="1217845" cy="1216800"/>
          </a:xfrm>
          <a:custGeom>
            <a:avLst/>
            <a:gdLst/>
            <a:ahLst/>
            <a:cxnLst/>
            <a:rect l="0" t="0" r="0" b="0"/>
            <a:pathLst>
              <a:path w="1217845" h="1216800">
                <a:moveTo>
                  <a:pt x="241800" y="655200"/>
                </a:moveTo>
                <a:cubicBezTo>
                  <a:pt x="418423" y="655200"/>
                  <a:pt x="561600" y="798376"/>
                  <a:pt x="561600" y="975000"/>
                </a:cubicBezTo>
                <a:lnTo>
                  <a:pt x="561600" y="1216800"/>
                </a:lnTo>
                <a:lnTo>
                  <a:pt x="1217236" y="1216800"/>
                </a:lnTo>
                <a:lnTo>
                  <a:pt x="1217845" y="897000"/>
                </a:lnTo>
                <a:cubicBezTo>
                  <a:pt x="1217845" y="401598"/>
                  <a:pt x="816246" y="0"/>
                  <a:pt x="320845" y="0"/>
                </a:cubicBezTo>
                <a:lnTo>
                  <a:pt x="1045" y="0"/>
                </a:lnTo>
                <a:lnTo>
                  <a:pt x="0" y="655200"/>
                </a:lnTo>
                <a:lnTo>
                  <a:pt x="241800" y="655200"/>
                </a:lnTo>
              </a:path>
            </a:pathLst>
          </a:custGeom>
          <a:solidFill>
            <a:srgbClr val="3BC48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705156" y="2409088"/>
            <a:ext cx="1217845" cy="1216800"/>
          </a:xfrm>
          <a:custGeom>
            <a:avLst/>
            <a:gdLst/>
            <a:ahLst/>
            <a:cxnLst/>
            <a:rect l="0" t="0" r="0" b="0"/>
            <a:pathLst>
              <a:path w="1217845" h="1216800">
                <a:moveTo>
                  <a:pt x="241800" y="655200"/>
                </a:moveTo>
                <a:cubicBezTo>
                  <a:pt x="418420" y="655200"/>
                  <a:pt x="561600" y="798379"/>
                  <a:pt x="561600" y="975000"/>
                </a:cubicBezTo>
                <a:lnTo>
                  <a:pt x="561589" y="1216800"/>
                </a:lnTo>
                <a:lnTo>
                  <a:pt x="1217239" y="1216800"/>
                </a:lnTo>
                <a:lnTo>
                  <a:pt x="1217845" y="897000"/>
                </a:lnTo>
                <a:cubicBezTo>
                  <a:pt x="1217845" y="401600"/>
                  <a:pt x="816244" y="0"/>
                  <a:pt x="320845" y="0"/>
                </a:cubicBezTo>
                <a:lnTo>
                  <a:pt x="1045" y="0"/>
                </a:lnTo>
                <a:lnTo>
                  <a:pt x="0" y="655200"/>
                </a:lnTo>
                <a:lnTo>
                  <a:pt x="241800" y="655200"/>
                </a:lnTo>
                <a:close/>
              </a:path>
            </a:pathLst>
          </a:custGeom>
          <a:noFill/>
          <a:ln w="11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1" name="Group 20"/>
          <p:cNvGrpSpPr/>
          <p:nvPr/>
        </p:nvGrpSpPr>
        <p:grpSpPr>
          <a:xfrm>
            <a:off x="4431600" y="2221888"/>
            <a:ext cx="163800" cy="491400"/>
            <a:chOff x="2925000" y="1778354"/>
            <a:chExt cx="163800" cy="491400"/>
          </a:xfrm>
        </p:grpSpPr>
        <p:sp>
          <p:nvSpPr>
            <p:cNvPr id="19" name="Rounded Rectangle 18"/>
            <p:cNvSpPr/>
            <p:nvPr/>
          </p:nvSpPr>
          <p:spPr>
            <a:xfrm>
              <a:off x="2948400" y="1778354"/>
              <a:ext cx="140400" cy="468000"/>
            </a:xfrm>
            <a:custGeom>
              <a:avLst/>
              <a:gdLst/>
              <a:ahLst/>
              <a:cxnLst/>
              <a:rect l="0" t="0" r="0" b="0"/>
              <a:pathLst>
                <a:path w="140400" h="468000">
                  <a:moveTo>
                    <a:pt x="140400" y="0"/>
                  </a:moveTo>
                  <a:lnTo>
                    <a:pt x="140400" y="327600"/>
                  </a:lnTo>
                  <a:lnTo>
                    <a:pt x="0" y="468000"/>
                  </a:lnTo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2925000" y="2222954"/>
              <a:ext cx="46800" cy="46800"/>
            </a:xfrm>
            <a:custGeom>
              <a:avLst/>
              <a:gdLst/>
              <a:ahLst/>
              <a:cxnLst/>
              <a:rect l="0" t="0" r="0" b="0"/>
              <a:pathLst>
                <a:path w="46800" h="46800">
                  <a:moveTo>
                    <a:pt x="0" y="23399"/>
                  </a:moveTo>
                  <a:cubicBezTo>
                    <a:pt x="0" y="36323"/>
                    <a:pt x="10476" y="46800"/>
                    <a:pt x="23400" y="46800"/>
                  </a:cubicBezTo>
                  <a:cubicBezTo>
                    <a:pt x="36323" y="46800"/>
                    <a:pt x="46800" y="36323"/>
                    <a:pt x="46800" y="23400"/>
                  </a:cubicBezTo>
                  <a:cubicBezTo>
                    <a:pt x="46800" y="10476"/>
                    <a:pt x="36323" y="0"/>
                    <a:pt x="23400" y="0"/>
                  </a:cubicBezTo>
                  <a:cubicBezTo>
                    <a:pt x="10476" y="0"/>
                    <a:pt x="0" y="10476"/>
                    <a:pt x="0" y="23400"/>
                  </a:cubicBezTo>
                  <a:close/>
                </a:path>
              </a:pathLst>
            </a:custGeom>
            <a:solidFill>
              <a:srgbClr val="484848"/>
            </a:solidFill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2" name="Rounded Rectangle 21"/>
          <p:cNvSpPr/>
          <p:nvPr/>
        </p:nvSpPr>
        <p:spPr>
          <a:xfrm>
            <a:off x="2488813" y="2409088"/>
            <a:ext cx="1217385" cy="1216800"/>
          </a:xfrm>
          <a:custGeom>
            <a:avLst/>
            <a:gdLst/>
            <a:ahLst/>
            <a:cxnLst/>
            <a:rect l="0" t="0" r="0" b="0"/>
            <a:pathLst>
              <a:path w="1217385" h="1216800">
                <a:moveTo>
                  <a:pt x="974539" y="655200"/>
                </a:moveTo>
                <a:cubicBezTo>
                  <a:pt x="797924" y="655200"/>
                  <a:pt x="654739" y="798376"/>
                  <a:pt x="654739" y="975000"/>
                </a:cubicBezTo>
                <a:lnTo>
                  <a:pt x="654739" y="1216800"/>
                </a:lnTo>
                <a:lnTo>
                  <a:pt x="0" y="1216800"/>
                </a:lnTo>
                <a:lnTo>
                  <a:pt x="585" y="897000"/>
                </a:lnTo>
                <a:cubicBezTo>
                  <a:pt x="585" y="401598"/>
                  <a:pt x="402183" y="0"/>
                  <a:pt x="897585" y="0"/>
                </a:cubicBezTo>
                <a:lnTo>
                  <a:pt x="1217385" y="0"/>
                </a:lnTo>
                <a:lnTo>
                  <a:pt x="1216339" y="655200"/>
                </a:lnTo>
                <a:lnTo>
                  <a:pt x="974539" y="655200"/>
                </a:lnTo>
              </a:path>
            </a:pathLst>
          </a:custGeom>
          <a:solidFill>
            <a:srgbClr val="DDC91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488813" y="2409088"/>
            <a:ext cx="1217386" cy="1216800"/>
          </a:xfrm>
          <a:custGeom>
            <a:avLst/>
            <a:gdLst/>
            <a:ahLst/>
            <a:cxnLst/>
            <a:rect l="0" t="0" r="0" b="0"/>
            <a:pathLst>
              <a:path w="1217386" h="1216800">
                <a:moveTo>
                  <a:pt x="974541" y="655200"/>
                </a:moveTo>
                <a:cubicBezTo>
                  <a:pt x="797920" y="655200"/>
                  <a:pt x="654741" y="798379"/>
                  <a:pt x="654741" y="975000"/>
                </a:cubicBezTo>
                <a:lnTo>
                  <a:pt x="655185" y="1216800"/>
                </a:lnTo>
                <a:lnTo>
                  <a:pt x="0" y="1216800"/>
                </a:lnTo>
                <a:lnTo>
                  <a:pt x="586" y="897000"/>
                </a:lnTo>
                <a:cubicBezTo>
                  <a:pt x="586" y="401600"/>
                  <a:pt x="402186" y="0"/>
                  <a:pt x="897586" y="0"/>
                </a:cubicBezTo>
                <a:lnTo>
                  <a:pt x="1217386" y="0"/>
                </a:lnTo>
                <a:lnTo>
                  <a:pt x="1216341" y="655200"/>
                </a:lnTo>
                <a:lnTo>
                  <a:pt x="974541" y="655200"/>
                </a:lnTo>
                <a:close/>
              </a:path>
            </a:pathLst>
          </a:custGeom>
          <a:noFill/>
          <a:ln w="11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6" name="Group 25"/>
          <p:cNvGrpSpPr/>
          <p:nvPr/>
        </p:nvGrpSpPr>
        <p:grpSpPr>
          <a:xfrm>
            <a:off x="2817000" y="2221888"/>
            <a:ext cx="163800" cy="491400"/>
            <a:chOff x="1310400" y="1778354"/>
            <a:chExt cx="163800" cy="491400"/>
          </a:xfrm>
        </p:grpSpPr>
        <p:sp>
          <p:nvSpPr>
            <p:cNvPr id="24" name="Rounded Rectangle 23"/>
            <p:cNvSpPr/>
            <p:nvPr/>
          </p:nvSpPr>
          <p:spPr>
            <a:xfrm>
              <a:off x="1310400" y="1778354"/>
              <a:ext cx="140400" cy="468000"/>
            </a:xfrm>
            <a:custGeom>
              <a:avLst/>
              <a:gdLst/>
              <a:ahLst/>
              <a:cxnLst/>
              <a:rect l="0" t="0" r="0" b="0"/>
              <a:pathLst>
                <a:path w="140400" h="468000">
                  <a:moveTo>
                    <a:pt x="0" y="0"/>
                  </a:moveTo>
                  <a:lnTo>
                    <a:pt x="0" y="327600"/>
                  </a:lnTo>
                  <a:lnTo>
                    <a:pt x="140400" y="468000"/>
                  </a:lnTo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427400" y="2222954"/>
              <a:ext cx="46800" cy="46800"/>
            </a:xfrm>
            <a:custGeom>
              <a:avLst/>
              <a:gdLst/>
              <a:ahLst/>
              <a:cxnLst/>
              <a:rect l="0" t="0" r="0" b="0"/>
              <a:pathLst>
                <a:path w="46800" h="46800">
                  <a:moveTo>
                    <a:pt x="0" y="23399"/>
                  </a:moveTo>
                  <a:cubicBezTo>
                    <a:pt x="0" y="36323"/>
                    <a:pt x="10476" y="46800"/>
                    <a:pt x="23400" y="46800"/>
                  </a:cubicBezTo>
                  <a:cubicBezTo>
                    <a:pt x="36323" y="46800"/>
                    <a:pt x="46800" y="36323"/>
                    <a:pt x="46800" y="23400"/>
                  </a:cubicBezTo>
                  <a:cubicBezTo>
                    <a:pt x="46800" y="10476"/>
                    <a:pt x="36323" y="0"/>
                    <a:pt x="23400" y="0"/>
                  </a:cubicBezTo>
                  <a:cubicBezTo>
                    <a:pt x="10476" y="0"/>
                    <a:pt x="0" y="10476"/>
                    <a:pt x="0" y="23400"/>
                  </a:cubicBezTo>
                  <a:close/>
                </a:path>
              </a:pathLst>
            </a:custGeom>
            <a:solidFill>
              <a:srgbClr val="484848"/>
            </a:solidFill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7" name="Rounded Rectangle 26"/>
          <p:cNvSpPr/>
          <p:nvPr/>
        </p:nvSpPr>
        <p:spPr>
          <a:xfrm>
            <a:off x="1881000" y="3625888"/>
            <a:ext cx="1263600" cy="1216800"/>
          </a:xfrm>
          <a:custGeom>
            <a:avLst/>
            <a:gdLst/>
            <a:ahLst/>
            <a:cxnLst/>
            <a:rect l="0" t="0" r="0" b="0"/>
            <a:pathLst>
              <a:path w="1263600" h="1216800">
                <a:moveTo>
                  <a:pt x="607354" y="241800"/>
                </a:moveTo>
                <a:cubicBezTo>
                  <a:pt x="607354" y="418423"/>
                  <a:pt x="464170" y="561600"/>
                  <a:pt x="287554" y="561600"/>
                </a:cubicBezTo>
                <a:lnTo>
                  <a:pt x="0" y="561600"/>
                </a:lnTo>
                <a:lnTo>
                  <a:pt x="1045" y="1216800"/>
                </a:lnTo>
                <a:lnTo>
                  <a:pt x="366600" y="1216800"/>
                </a:lnTo>
                <a:cubicBezTo>
                  <a:pt x="862001" y="1216800"/>
                  <a:pt x="1263600" y="838601"/>
                  <a:pt x="1263600" y="343200"/>
                </a:cubicBezTo>
                <a:lnTo>
                  <a:pt x="1262999" y="0"/>
                </a:lnTo>
                <a:lnTo>
                  <a:pt x="607815" y="0"/>
                </a:lnTo>
                <a:lnTo>
                  <a:pt x="607815" y="241800"/>
                </a:lnTo>
              </a:path>
            </a:pathLst>
          </a:custGeom>
          <a:solidFill>
            <a:srgbClr val="DC833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881000" y="3625888"/>
            <a:ext cx="1263598" cy="1216800"/>
          </a:xfrm>
          <a:custGeom>
            <a:avLst/>
            <a:gdLst/>
            <a:ahLst/>
            <a:cxnLst/>
            <a:rect l="0" t="0" r="0" b="0"/>
            <a:pathLst>
              <a:path w="1263598" h="1216800">
                <a:moveTo>
                  <a:pt x="607352" y="241800"/>
                </a:moveTo>
                <a:cubicBezTo>
                  <a:pt x="607352" y="418420"/>
                  <a:pt x="464173" y="561600"/>
                  <a:pt x="287552" y="561600"/>
                </a:cubicBezTo>
                <a:lnTo>
                  <a:pt x="0" y="561600"/>
                </a:lnTo>
                <a:lnTo>
                  <a:pt x="1046" y="1216800"/>
                </a:lnTo>
                <a:lnTo>
                  <a:pt x="366599" y="1216800"/>
                </a:lnTo>
                <a:cubicBezTo>
                  <a:pt x="861998" y="1216800"/>
                  <a:pt x="1263598" y="838599"/>
                  <a:pt x="1263598" y="343200"/>
                </a:cubicBezTo>
                <a:lnTo>
                  <a:pt x="1262999" y="0"/>
                </a:lnTo>
                <a:lnTo>
                  <a:pt x="607814" y="0"/>
                </a:lnTo>
                <a:lnTo>
                  <a:pt x="607352" y="241800"/>
                </a:lnTo>
                <a:close/>
              </a:path>
            </a:pathLst>
          </a:custGeom>
          <a:noFill/>
          <a:ln w="11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1" name="Group 30"/>
          <p:cNvGrpSpPr/>
          <p:nvPr/>
        </p:nvGrpSpPr>
        <p:grpSpPr>
          <a:xfrm>
            <a:off x="2653200" y="4538488"/>
            <a:ext cx="163800" cy="491400"/>
            <a:chOff x="1146600" y="4094954"/>
            <a:chExt cx="163800" cy="491400"/>
          </a:xfrm>
        </p:grpSpPr>
        <p:sp>
          <p:nvSpPr>
            <p:cNvPr id="29" name="Rounded Rectangle 28"/>
            <p:cNvSpPr/>
            <p:nvPr/>
          </p:nvSpPr>
          <p:spPr>
            <a:xfrm>
              <a:off x="1170000" y="4118354"/>
              <a:ext cx="140400" cy="468000"/>
            </a:xfrm>
            <a:custGeom>
              <a:avLst/>
              <a:gdLst/>
              <a:ahLst/>
              <a:cxnLst/>
              <a:rect l="0" t="0" r="0" b="0"/>
              <a:pathLst>
                <a:path w="140400" h="468000">
                  <a:moveTo>
                    <a:pt x="140400" y="468000"/>
                  </a:moveTo>
                  <a:lnTo>
                    <a:pt x="140400" y="140400"/>
                  </a:lnTo>
                  <a:lnTo>
                    <a:pt x="0" y="0"/>
                  </a:lnTo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146600" y="4094954"/>
              <a:ext cx="46800" cy="46800"/>
            </a:xfrm>
            <a:custGeom>
              <a:avLst/>
              <a:gdLst/>
              <a:ahLst/>
              <a:cxnLst/>
              <a:rect l="0" t="0" r="0" b="0"/>
              <a:pathLst>
                <a:path w="46800" h="46800">
                  <a:moveTo>
                    <a:pt x="0" y="23400"/>
                  </a:moveTo>
                  <a:cubicBezTo>
                    <a:pt x="0" y="36323"/>
                    <a:pt x="10476" y="46800"/>
                    <a:pt x="23400" y="46800"/>
                  </a:cubicBezTo>
                  <a:cubicBezTo>
                    <a:pt x="36323" y="46800"/>
                    <a:pt x="46800" y="36323"/>
                    <a:pt x="46800" y="23400"/>
                  </a:cubicBezTo>
                  <a:cubicBezTo>
                    <a:pt x="46800" y="10476"/>
                    <a:pt x="36323" y="0"/>
                    <a:pt x="23400" y="0"/>
                  </a:cubicBezTo>
                  <a:cubicBezTo>
                    <a:pt x="10476" y="0"/>
                    <a:pt x="0" y="10476"/>
                    <a:pt x="0" y="23400"/>
                  </a:cubicBezTo>
                  <a:close/>
                </a:path>
              </a:pathLst>
            </a:custGeom>
            <a:solidFill>
              <a:srgbClr val="484848"/>
            </a:solidFill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2" name="Rounded Rectangle 31"/>
          <p:cNvSpPr/>
          <p:nvPr/>
        </p:nvSpPr>
        <p:spPr>
          <a:xfrm>
            <a:off x="2824800" y="2790682"/>
            <a:ext cx="265200" cy="359406"/>
          </a:xfrm>
          <a:custGeom>
            <a:avLst/>
            <a:gdLst/>
            <a:ahLst/>
            <a:cxnLst/>
            <a:rect l="0" t="0" r="0" b="0"/>
            <a:pathLst>
              <a:path w="265200" h="359406">
                <a:moveTo>
                  <a:pt x="265200" y="100867"/>
                </a:moveTo>
                <a:cubicBezTo>
                  <a:pt x="264938" y="85478"/>
                  <a:pt x="258426" y="70859"/>
                  <a:pt x="247162" y="60371"/>
                </a:cubicBezTo>
                <a:cubicBezTo>
                  <a:pt x="235898" y="49884"/>
                  <a:pt x="220851" y="44431"/>
                  <a:pt x="205483" y="45268"/>
                </a:cubicBezTo>
                <a:cubicBezTo>
                  <a:pt x="191684" y="17709"/>
                  <a:pt x="163420" y="388"/>
                  <a:pt x="132600" y="606"/>
                </a:cubicBezTo>
                <a:cubicBezTo>
                  <a:pt x="90638" y="0"/>
                  <a:pt x="55422" y="32089"/>
                  <a:pt x="52135" y="73926"/>
                </a:cubicBezTo>
                <a:cubicBezTo>
                  <a:pt x="39612" y="71156"/>
                  <a:pt x="26507" y="74136"/>
                  <a:pt x="16414" y="82048"/>
                </a:cubicBezTo>
                <a:cubicBezTo>
                  <a:pt x="6321" y="89961"/>
                  <a:pt x="299" y="101976"/>
                  <a:pt x="0" y="114798"/>
                </a:cubicBezTo>
                <a:cubicBezTo>
                  <a:pt x="0" y="157261"/>
                  <a:pt x="46113" y="156606"/>
                  <a:pt x="46113" y="156606"/>
                </a:cubicBezTo>
                <a:lnTo>
                  <a:pt x="213314" y="156606"/>
                </a:lnTo>
                <a:cubicBezTo>
                  <a:pt x="213314" y="156606"/>
                  <a:pt x="265200" y="150038"/>
                  <a:pt x="265200" y="100867"/>
                </a:cubicBezTo>
                <a:close/>
                <a:moveTo>
                  <a:pt x="50700" y="316490"/>
                </a:moveTo>
                <a:cubicBezTo>
                  <a:pt x="48548" y="316490"/>
                  <a:pt x="46802" y="318233"/>
                  <a:pt x="46800" y="320385"/>
                </a:cubicBezTo>
                <a:cubicBezTo>
                  <a:pt x="46797" y="322537"/>
                  <a:pt x="48537" y="324284"/>
                  <a:pt x="50689" y="324290"/>
                </a:cubicBezTo>
                <a:cubicBezTo>
                  <a:pt x="52841" y="324296"/>
                  <a:pt x="54591" y="322558"/>
                  <a:pt x="54600" y="320406"/>
                </a:cubicBezTo>
                <a:cubicBezTo>
                  <a:pt x="54604" y="319370"/>
                  <a:pt x="54194" y="318376"/>
                  <a:pt x="53462" y="317643"/>
                </a:cubicBezTo>
                <a:cubicBezTo>
                  <a:pt x="52730" y="316911"/>
                  <a:pt x="51735" y="316502"/>
                  <a:pt x="50700" y="316506"/>
                </a:cubicBezTo>
                <a:lnTo>
                  <a:pt x="50700" y="316506"/>
                </a:lnTo>
                <a:moveTo>
                  <a:pt x="89700" y="316490"/>
                </a:moveTo>
                <a:cubicBezTo>
                  <a:pt x="87548" y="316490"/>
                  <a:pt x="85802" y="318233"/>
                  <a:pt x="85800" y="320385"/>
                </a:cubicBezTo>
                <a:cubicBezTo>
                  <a:pt x="85797" y="322537"/>
                  <a:pt x="87537" y="324284"/>
                  <a:pt x="89689" y="324290"/>
                </a:cubicBezTo>
                <a:cubicBezTo>
                  <a:pt x="91841" y="324296"/>
                  <a:pt x="93591" y="322558"/>
                  <a:pt x="93600" y="320406"/>
                </a:cubicBezTo>
                <a:cubicBezTo>
                  <a:pt x="93604" y="319370"/>
                  <a:pt x="93194" y="318376"/>
                  <a:pt x="92462" y="317643"/>
                </a:cubicBezTo>
                <a:cubicBezTo>
                  <a:pt x="91730" y="316911"/>
                  <a:pt x="90735" y="316502"/>
                  <a:pt x="89700" y="316506"/>
                </a:cubicBezTo>
                <a:lnTo>
                  <a:pt x="89700" y="316506"/>
                </a:lnTo>
                <a:moveTo>
                  <a:pt x="265200" y="336006"/>
                </a:moveTo>
                <a:cubicBezTo>
                  <a:pt x="265200" y="348929"/>
                  <a:pt x="254723" y="359406"/>
                  <a:pt x="241800" y="359406"/>
                </a:cubicBezTo>
                <a:lnTo>
                  <a:pt x="23400" y="359406"/>
                </a:lnTo>
                <a:cubicBezTo>
                  <a:pt x="10476" y="359406"/>
                  <a:pt x="0" y="348929"/>
                  <a:pt x="0" y="336006"/>
                </a:cubicBezTo>
                <a:lnTo>
                  <a:pt x="0" y="304806"/>
                </a:lnTo>
                <a:cubicBezTo>
                  <a:pt x="0" y="291882"/>
                  <a:pt x="10476" y="281406"/>
                  <a:pt x="23400" y="281406"/>
                </a:cubicBezTo>
                <a:lnTo>
                  <a:pt x="241800" y="281406"/>
                </a:lnTo>
                <a:cubicBezTo>
                  <a:pt x="254723" y="281406"/>
                  <a:pt x="265200" y="291882"/>
                  <a:pt x="265200" y="304806"/>
                </a:cubicBezTo>
                <a:close/>
                <a:moveTo>
                  <a:pt x="50700" y="238490"/>
                </a:moveTo>
                <a:cubicBezTo>
                  <a:pt x="48548" y="238490"/>
                  <a:pt x="46802" y="240233"/>
                  <a:pt x="46800" y="242385"/>
                </a:cubicBezTo>
                <a:cubicBezTo>
                  <a:pt x="46797" y="244537"/>
                  <a:pt x="48537" y="246284"/>
                  <a:pt x="50689" y="246290"/>
                </a:cubicBezTo>
                <a:cubicBezTo>
                  <a:pt x="52841" y="246296"/>
                  <a:pt x="54591" y="244558"/>
                  <a:pt x="54600" y="242406"/>
                </a:cubicBezTo>
                <a:cubicBezTo>
                  <a:pt x="54604" y="241370"/>
                  <a:pt x="54194" y="240376"/>
                  <a:pt x="53462" y="239643"/>
                </a:cubicBezTo>
                <a:cubicBezTo>
                  <a:pt x="52730" y="238911"/>
                  <a:pt x="51735" y="238502"/>
                  <a:pt x="50700" y="238506"/>
                </a:cubicBezTo>
                <a:lnTo>
                  <a:pt x="50700" y="238506"/>
                </a:lnTo>
                <a:moveTo>
                  <a:pt x="89700" y="238490"/>
                </a:moveTo>
                <a:cubicBezTo>
                  <a:pt x="87548" y="238490"/>
                  <a:pt x="85802" y="240233"/>
                  <a:pt x="85800" y="242385"/>
                </a:cubicBezTo>
                <a:cubicBezTo>
                  <a:pt x="85797" y="244537"/>
                  <a:pt x="87537" y="246284"/>
                  <a:pt x="89689" y="246290"/>
                </a:cubicBezTo>
                <a:cubicBezTo>
                  <a:pt x="91841" y="246296"/>
                  <a:pt x="93591" y="244558"/>
                  <a:pt x="93600" y="242406"/>
                </a:cubicBezTo>
                <a:cubicBezTo>
                  <a:pt x="93604" y="241370"/>
                  <a:pt x="93194" y="240376"/>
                  <a:pt x="92462" y="239643"/>
                </a:cubicBezTo>
                <a:cubicBezTo>
                  <a:pt x="91730" y="238911"/>
                  <a:pt x="90735" y="238502"/>
                  <a:pt x="89700" y="238506"/>
                </a:cubicBezTo>
                <a:lnTo>
                  <a:pt x="89700" y="238506"/>
                </a:lnTo>
                <a:moveTo>
                  <a:pt x="265200" y="258006"/>
                </a:moveTo>
                <a:cubicBezTo>
                  <a:pt x="265200" y="270929"/>
                  <a:pt x="254723" y="281406"/>
                  <a:pt x="241800" y="281406"/>
                </a:cubicBezTo>
                <a:lnTo>
                  <a:pt x="23400" y="281406"/>
                </a:lnTo>
                <a:cubicBezTo>
                  <a:pt x="10476" y="281406"/>
                  <a:pt x="0" y="270929"/>
                  <a:pt x="0" y="258006"/>
                </a:cubicBezTo>
                <a:lnTo>
                  <a:pt x="0" y="226806"/>
                </a:lnTo>
                <a:cubicBezTo>
                  <a:pt x="0" y="213882"/>
                  <a:pt x="10476" y="203406"/>
                  <a:pt x="23400" y="203406"/>
                </a:cubicBezTo>
                <a:lnTo>
                  <a:pt x="241800" y="203406"/>
                </a:lnTo>
                <a:cubicBezTo>
                  <a:pt x="254723" y="203406"/>
                  <a:pt x="265200" y="213882"/>
                  <a:pt x="265200" y="226806"/>
                </a:cubicBezTo>
                <a:close/>
              </a:path>
            </a:pathLst>
          </a:custGeom>
          <a:noFill/>
          <a:ln w="11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275600" y="2791288"/>
            <a:ext cx="358800" cy="358800"/>
          </a:xfrm>
          <a:custGeom>
            <a:avLst/>
            <a:gdLst/>
            <a:ahLst/>
            <a:cxnLst/>
            <a:rect l="0" t="0" r="0" b="0"/>
            <a:pathLst>
              <a:path w="358800" h="358800">
                <a:moveTo>
                  <a:pt x="62400" y="124800"/>
                </a:moveTo>
                <a:lnTo>
                  <a:pt x="62400" y="89700"/>
                </a:lnTo>
                <a:cubicBezTo>
                  <a:pt x="62395" y="74175"/>
                  <a:pt x="68564" y="59286"/>
                  <a:pt x="79546" y="48313"/>
                </a:cubicBezTo>
                <a:cubicBezTo>
                  <a:pt x="90528" y="37339"/>
                  <a:pt x="105422" y="31183"/>
                  <a:pt x="120946" y="31200"/>
                </a:cubicBezTo>
                <a:lnTo>
                  <a:pt x="148200" y="31200"/>
                </a:lnTo>
                <a:moveTo>
                  <a:pt x="93646" y="93600"/>
                </a:moveTo>
                <a:lnTo>
                  <a:pt x="62446" y="124800"/>
                </a:lnTo>
                <a:lnTo>
                  <a:pt x="31246" y="93600"/>
                </a:lnTo>
                <a:moveTo>
                  <a:pt x="124846" y="7800"/>
                </a:moveTo>
                <a:lnTo>
                  <a:pt x="148246" y="31200"/>
                </a:lnTo>
                <a:lnTo>
                  <a:pt x="124846" y="54600"/>
                </a:lnTo>
                <a:moveTo>
                  <a:pt x="358800" y="31200"/>
                </a:moveTo>
                <a:cubicBezTo>
                  <a:pt x="358800" y="48431"/>
                  <a:pt x="344831" y="62400"/>
                  <a:pt x="327600" y="62400"/>
                </a:cubicBezTo>
                <a:lnTo>
                  <a:pt x="249600" y="62400"/>
                </a:lnTo>
                <a:cubicBezTo>
                  <a:pt x="232368" y="62400"/>
                  <a:pt x="218400" y="48431"/>
                  <a:pt x="218400" y="31200"/>
                </a:cubicBezTo>
                <a:cubicBezTo>
                  <a:pt x="218400" y="13968"/>
                  <a:pt x="232368" y="0"/>
                  <a:pt x="249600" y="0"/>
                </a:cubicBezTo>
                <a:lnTo>
                  <a:pt x="327600" y="0"/>
                </a:lnTo>
                <a:cubicBezTo>
                  <a:pt x="344831" y="0"/>
                  <a:pt x="358800" y="13968"/>
                  <a:pt x="358800" y="31200"/>
                </a:cubicBezTo>
                <a:close/>
                <a:moveTo>
                  <a:pt x="261300" y="27300"/>
                </a:moveTo>
                <a:cubicBezTo>
                  <a:pt x="259146" y="27300"/>
                  <a:pt x="257400" y="29046"/>
                  <a:pt x="257400" y="31200"/>
                </a:cubicBezTo>
                <a:cubicBezTo>
                  <a:pt x="257400" y="33353"/>
                  <a:pt x="259146" y="35100"/>
                  <a:pt x="261300" y="35100"/>
                </a:cubicBezTo>
                <a:cubicBezTo>
                  <a:pt x="263453" y="35100"/>
                  <a:pt x="265200" y="33353"/>
                  <a:pt x="265200" y="31200"/>
                </a:cubicBezTo>
                <a:cubicBezTo>
                  <a:pt x="265200" y="29046"/>
                  <a:pt x="263453" y="27300"/>
                  <a:pt x="261300" y="27300"/>
                </a:cubicBezTo>
                <a:lnTo>
                  <a:pt x="261300" y="27300"/>
                </a:lnTo>
                <a:moveTo>
                  <a:pt x="358800" y="93600"/>
                </a:moveTo>
                <a:cubicBezTo>
                  <a:pt x="358800" y="110831"/>
                  <a:pt x="344831" y="124800"/>
                  <a:pt x="327600" y="124800"/>
                </a:cubicBezTo>
                <a:lnTo>
                  <a:pt x="249600" y="124800"/>
                </a:lnTo>
                <a:cubicBezTo>
                  <a:pt x="232368" y="124800"/>
                  <a:pt x="218400" y="110831"/>
                  <a:pt x="218400" y="93600"/>
                </a:cubicBezTo>
                <a:cubicBezTo>
                  <a:pt x="218400" y="76368"/>
                  <a:pt x="232368" y="62400"/>
                  <a:pt x="249600" y="62400"/>
                </a:cubicBezTo>
                <a:lnTo>
                  <a:pt x="327600" y="62400"/>
                </a:lnTo>
                <a:cubicBezTo>
                  <a:pt x="344831" y="62400"/>
                  <a:pt x="358800" y="76368"/>
                  <a:pt x="358800" y="93600"/>
                </a:cubicBezTo>
                <a:close/>
                <a:moveTo>
                  <a:pt x="261300" y="89700"/>
                </a:moveTo>
                <a:cubicBezTo>
                  <a:pt x="259146" y="89700"/>
                  <a:pt x="257400" y="91446"/>
                  <a:pt x="257400" y="93600"/>
                </a:cubicBezTo>
                <a:cubicBezTo>
                  <a:pt x="257400" y="95753"/>
                  <a:pt x="259146" y="97500"/>
                  <a:pt x="261300" y="97500"/>
                </a:cubicBezTo>
                <a:cubicBezTo>
                  <a:pt x="263453" y="97500"/>
                  <a:pt x="265200" y="95753"/>
                  <a:pt x="265200" y="93600"/>
                </a:cubicBezTo>
                <a:cubicBezTo>
                  <a:pt x="265200" y="91446"/>
                  <a:pt x="263453" y="89700"/>
                  <a:pt x="261300" y="89700"/>
                </a:cubicBezTo>
                <a:lnTo>
                  <a:pt x="261300" y="89700"/>
                </a:lnTo>
                <a:moveTo>
                  <a:pt x="358800" y="156000"/>
                </a:moveTo>
                <a:cubicBezTo>
                  <a:pt x="358800" y="173231"/>
                  <a:pt x="344831" y="187200"/>
                  <a:pt x="327600" y="187200"/>
                </a:cubicBezTo>
                <a:lnTo>
                  <a:pt x="249600" y="187200"/>
                </a:lnTo>
                <a:cubicBezTo>
                  <a:pt x="232368" y="187200"/>
                  <a:pt x="218400" y="173231"/>
                  <a:pt x="218400" y="156000"/>
                </a:cubicBezTo>
                <a:cubicBezTo>
                  <a:pt x="218400" y="138768"/>
                  <a:pt x="232368" y="124800"/>
                  <a:pt x="249600" y="124800"/>
                </a:cubicBezTo>
                <a:lnTo>
                  <a:pt x="327600" y="124800"/>
                </a:lnTo>
                <a:cubicBezTo>
                  <a:pt x="344831" y="124800"/>
                  <a:pt x="358800" y="138768"/>
                  <a:pt x="358800" y="156000"/>
                </a:cubicBezTo>
                <a:close/>
                <a:moveTo>
                  <a:pt x="261300" y="152100"/>
                </a:moveTo>
                <a:cubicBezTo>
                  <a:pt x="259146" y="152100"/>
                  <a:pt x="257400" y="153846"/>
                  <a:pt x="257400" y="156000"/>
                </a:cubicBezTo>
                <a:cubicBezTo>
                  <a:pt x="257400" y="158153"/>
                  <a:pt x="259146" y="159900"/>
                  <a:pt x="261300" y="159900"/>
                </a:cubicBezTo>
                <a:cubicBezTo>
                  <a:pt x="263453" y="159900"/>
                  <a:pt x="265200" y="158153"/>
                  <a:pt x="265200" y="156000"/>
                </a:cubicBezTo>
                <a:cubicBezTo>
                  <a:pt x="265200" y="153846"/>
                  <a:pt x="263453" y="152100"/>
                  <a:pt x="261300" y="152100"/>
                </a:cubicBezTo>
                <a:lnTo>
                  <a:pt x="261300" y="152100"/>
                </a:lnTo>
                <a:moveTo>
                  <a:pt x="140400" y="202800"/>
                </a:moveTo>
                <a:cubicBezTo>
                  <a:pt x="140400" y="220031"/>
                  <a:pt x="126431" y="234000"/>
                  <a:pt x="109200" y="234000"/>
                </a:cubicBezTo>
                <a:lnTo>
                  <a:pt x="31200" y="234000"/>
                </a:lnTo>
                <a:cubicBezTo>
                  <a:pt x="13968" y="234000"/>
                  <a:pt x="0" y="220031"/>
                  <a:pt x="0" y="202800"/>
                </a:cubicBezTo>
                <a:cubicBezTo>
                  <a:pt x="0" y="185568"/>
                  <a:pt x="13968" y="171600"/>
                  <a:pt x="31200" y="171600"/>
                </a:cubicBezTo>
                <a:lnTo>
                  <a:pt x="109200" y="171600"/>
                </a:lnTo>
                <a:cubicBezTo>
                  <a:pt x="126431" y="171600"/>
                  <a:pt x="140400" y="185568"/>
                  <a:pt x="140400" y="202800"/>
                </a:cubicBezTo>
                <a:close/>
                <a:moveTo>
                  <a:pt x="42900" y="198900"/>
                </a:moveTo>
                <a:cubicBezTo>
                  <a:pt x="40746" y="198900"/>
                  <a:pt x="39000" y="200646"/>
                  <a:pt x="39000" y="202800"/>
                </a:cubicBezTo>
                <a:cubicBezTo>
                  <a:pt x="39000" y="204953"/>
                  <a:pt x="40746" y="206700"/>
                  <a:pt x="42900" y="206700"/>
                </a:cubicBezTo>
                <a:cubicBezTo>
                  <a:pt x="45053" y="206700"/>
                  <a:pt x="46800" y="204953"/>
                  <a:pt x="46800" y="202800"/>
                </a:cubicBezTo>
                <a:cubicBezTo>
                  <a:pt x="46800" y="200646"/>
                  <a:pt x="45053" y="198900"/>
                  <a:pt x="42900" y="198900"/>
                </a:cubicBezTo>
                <a:lnTo>
                  <a:pt x="42900" y="198900"/>
                </a:lnTo>
                <a:moveTo>
                  <a:pt x="140400" y="265200"/>
                </a:moveTo>
                <a:cubicBezTo>
                  <a:pt x="140400" y="282431"/>
                  <a:pt x="126431" y="296400"/>
                  <a:pt x="109200" y="296400"/>
                </a:cubicBezTo>
                <a:lnTo>
                  <a:pt x="31200" y="296400"/>
                </a:lnTo>
                <a:cubicBezTo>
                  <a:pt x="13968" y="296400"/>
                  <a:pt x="0" y="282431"/>
                  <a:pt x="0" y="265200"/>
                </a:cubicBezTo>
                <a:cubicBezTo>
                  <a:pt x="0" y="247968"/>
                  <a:pt x="13968" y="234000"/>
                  <a:pt x="31200" y="234000"/>
                </a:cubicBezTo>
                <a:lnTo>
                  <a:pt x="109200" y="234000"/>
                </a:lnTo>
                <a:cubicBezTo>
                  <a:pt x="126431" y="234000"/>
                  <a:pt x="140400" y="247968"/>
                  <a:pt x="140400" y="265200"/>
                </a:cubicBezTo>
                <a:close/>
                <a:moveTo>
                  <a:pt x="42900" y="261300"/>
                </a:moveTo>
                <a:cubicBezTo>
                  <a:pt x="40746" y="261300"/>
                  <a:pt x="39000" y="263046"/>
                  <a:pt x="39000" y="265200"/>
                </a:cubicBezTo>
                <a:cubicBezTo>
                  <a:pt x="39000" y="267353"/>
                  <a:pt x="40746" y="269100"/>
                  <a:pt x="42900" y="269100"/>
                </a:cubicBezTo>
                <a:cubicBezTo>
                  <a:pt x="45053" y="269100"/>
                  <a:pt x="46800" y="267353"/>
                  <a:pt x="46800" y="265200"/>
                </a:cubicBezTo>
                <a:cubicBezTo>
                  <a:pt x="46800" y="263046"/>
                  <a:pt x="45053" y="261300"/>
                  <a:pt x="42900" y="261300"/>
                </a:cubicBezTo>
                <a:lnTo>
                  <a:pt x="42900" y="261300"/>
                </a:lnTo>
                <a:moveTo>
                  <a:pt x="140400" y="327600"/>
                </a:moveTo>
                <a:cubicBezTo>
                  <a:pt x="140400" y="344831"/>
                  <a:pt x="126431" y="358800"/>
                  <a:pt x="109200" y="358800"/>
                </a:cubicBezTo>
                <a:lnTo>
                  <a:pt x="31200" y="358800"/>
                </a:lnTo>
                <a:cubicBezTo>
                  <a:pt x="13968" y="358800"/>
                  <a:pt x="0" y="344831"/>
                  <a:pt x="0" y="327600"/>
                </a:cubicBezTo>
                <a:cubicBezTo>
                  <a:pt x="0" y="310368"/>
                  <a:pt x="13968" y="296400"/>
                  <a:pt x="31200" y="296400"/>
                </a:cubicBezTo>
                <a:lnTo>
                  <a:pt x="109200" y="296400"/>
                </a:lnTo>
                <a:cubicBezTo>
                  <a:pt x="126431" y="296400"/>
                  <a:pt x="140400" y="310368"/>
                  <a:pt x="140400" y="327600"/>
                </a:cubicBezTo>
                <a:close/>
                <a:moveTo>
                  <a:pt x="42900" y="323700"/>
                </a:moveTo>
                <a:cubicBezTo>
                  <a:pt x="40746" y="323700"/>
                  <a:pt x="39000" y="325446"/>
                  <a:pt x="39000" y="327600"/>
                </a:cubicBezTo>
                <a:cubicBezTo>
                  <a:pt x="39000" y="329753"/>
                  <a:pt x="40746" y="331500"/>
                  <a:pt x="42900" y="331500"/>
                </a:cubicBezTo>
                <a:cubicBezTo>
                  <a:pt x="45053" y="331500"/>
                  <a:pt x="46800" y="329753"/>
                  <a:pt x="46800" y="327600"/>
                </a:cubicBezTo>
                <a:cubicBezTo>
                  <a:pt x="46800" y="325446"/>
                  <a:pt x="45053" y="323700"/>
                  <a:pt x="42900" y="323700"/>
                </a:cubicBezTo>
                <a:lnTo>
                  <a:pt x="42900" y="323700"/>
                </a:lnTo>
              </a:path>
            </a:pathLst>
          </a:custGeom>
          <a:noFill/>
          <a:ln w="11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334800" y="2791257"/>
            <a:ext cx="358829" cy="358907"/>
          </a:xfrm>
          <a:custGeom>
            <a:avLst/>
            <a:gdLst/>
            <a:ahLst/>
            <a:cxnLst/>
            <a:rect l="0" t="0" r="0" b="0"/>
            <a:pathLst>
              <a:path w="358829" h="358907">
                <a:moveTo>
                  <a:pt x="69091" y="179009"/>
                </a:moveTo>
                <a:lnTo>
                  <a:pt x="69091" y="179009"/>
                </a:lnTo>
                <a:cubicBezTo>
                  <a:pt x="69091" y="118699"/>
                  <a:pt x="117982" y="69809"/>
                  <a:pt x="178291" y="69809"/>
                </a:cubicBezTo>
                <a:cubicBezTo>
                  <a:pt x="238601" y="69809"/>
                  <a:pt x="287491" y="118699"/>
                  <a:pt x="287491" y="179009"/>
                </a:cubicBezTo>
                <a:cubicBezTo>
                  <a:pt x="287491" y="239318"/>
                  <a:pt x="238601" y="288209"/>
                  <a:pt x="178291" y="288209"/>
                </a:cubicBezTo>
                <a:cubicBezTo>
                  <a:pt x="117982" y="288209"/>
                  <a:pt x="69091" y="239318"/>
                  <a:pt x="69091" y="179009"/>
                </a:cubicBezTo>
                <a:close/>
                <a:moveTo>
                  <a:pt x="248491" y="139931"/>
                </a:moveTo>
                <a:lnTo>
                  <a:pt x="214951" y="180163"/>
                </a:lnTo>
                <a:cubicBezTo>
                  <a:pt x="213550" y="181845"/>
                  <a:pt x="211506" y="182860"/>
                  <a:pt x="209319" y="182960"/>
                </a:cubicBezTo>
                <a:cubicBezTo>
                  <a:pt x="207133" y="183061"/>
                  <a:pt x="205004" y="182239"/>
                  <a:pt x="203454" y="180694"/>
                </a:cubicBezTo>
                <a:lnTo>
                  <a:pt x="184328" y="161568"/>
                </a:lnTo>
                <a:cubicBezTo>
                  <a:pt x="182780" y="160016"/>
                  <a:pt x="180649" y="159187"/>
                  <a:pt x="178458" y="159285"/>
                </a:cubicBezTo>
                <a:cubicBezTo>
                  <a:pt x="176268" y="159383"/>
                  <a:pt x="174220" y="160399"/>
                  <a:pt x="172816" y="162083"/>
                </a:cubicBezTo>
                <a:lnTo>
                  <a:pt x="143784" y="196949"/>
                </a:lnTo>
                <a:cubicBezTo>
                  <a:pt x="141249" y="200037"/>
                  <a:pt x="136791" y="200710"/>
                  <a:pt x="133457" y="198509"/>
                </a:cubicBezTo>
                <a:lnTo>
                  <a:pt x="122381" y="191130"/>
                </a:lnTo>
                <a:cubicBezTo>
                  <a:pt x="118796" y="188745"/>
                  <a:pt x="113958" y="189716"/>
                  <a:pt x="111570" y="193298"/>
                </a:cubicBezTo>
                <a:lnTo>
                  <a:pt x="100291" y="210209"/>
                </a:lnTo>
                <a:moveTo>
                  <a:pt x="351966" y="203688"/>
                </a:moveTo>
                <a:cubicBezTo>
                  <a:pt x="355892" y="203197"/>
                  <a:pt x="358829" y="199845"/>
                  <a:pt x="358799" y="195888"/>
                </a:cubicBezTo>
                <a:lnTo>
                  <a:pt x="358799" y="162910"/>
                </a:lnTo>
                <a:cubicBezTo>
                  <a:pt x="358829" y="158953"/>
                  <a:pt x="355892" y="155600"/>
                  <a:pt x="351966" y="155110"/>
                </a:cubicBezTo>
                <a:lnTo>
                  <a:pt x="316850" y="150726"/>
                </a:lnTo>
                <a:cubicBezTo>
                  <a:pt x="313271" y="133527"/>
                  <a:pt x="306469" y="117161"/>
                  <a:pt x="296804" y="102491"/>
                </a:cubicBezTo>
                <a:lnTo>
                  <a:pt x="318566" y="74489"/>
                </a:lnTo>
                <a:cubicBezTo>
                  <a:pt x="320977" y="71386"/>
                  <a:pt x="320703" y="66974"/>
                  <a:pt x="317927" y="64193"/>
                </a:cubicBezTo>
                <a:lnTo>
                  <a:pt x="294527" y="40793"/>
                </a:lnTo>
                <a:cubicBezTo>
                  <a:pt x="291746" y="38017"/>
                  <a:pt x="287334" y="37742"/>
                  <a:pt x="284231" y="40153"/>
                </a:cubicBezTo>
                <a:lnTo>
                  <a:pt x="256229" y="61993"/>
                </a:lnTo>
                <a:cubicBezTo>
                  <a:pt x="241556" y="52330"/>
                  <a:pt x="225191" y="45523"/>
                  <a:pt x="207994" y="41932"/>
                </a:cubicBezTo>
                <a:lnTo>
                  <a:pt x="203657" y="6863"/>
                </a:lnTo>
                <a:cubicBezTo>
                  <a:pt x="203166" y="2936"/>
                  <a:pt x="199814" y="0"/>
                  <a:pt x="195857" y="30"/>
                </a:cubicBezTo>
                <a:lnTo>
                  <a:pt x="162878" y="30"/>
                </a:lnTo>
                <a:cubicBezTo>
                  <a:pt x="158922" y="0"/>
                  <a:pt x="155569" y="2936"/>
                  <a:pt x="155078" y="6863"/>
                </a:cubicBezTo>
                <a:lnTo>
                  <a:pt x="150695" y="41963"/>
                </a:lnTo>
                <a:cubicBezTo>
                  <a:pt x="133519" y="45562"/>
                  <a:pt x="117176" y="52368"/>
                  <a:pt x="102522" y="62024"/>
                </a:cubicBezTo>
                <a:lnTo>
                  <a:pt x="74520" y="40262"/>
                </a:lnTo>
                <a:cubicBezTo>
                  <a:pt x="71417" y="37852"/>
                  <a:pt x="67005" y="38126"/>
                  <a:pt x="64224" y="40902"/>
                </a:cubicBezTo>
                <a:lnTo>
                  <a:pt x="40824" y="64302"/>
                </a:lnTo>
                <a:cubicBezTo>
                  <a:pt x="38048" y="67083"/>
                  <a:pt x="37774" y="71495"/>
                  <a:pt x="40184" y="74598"/>
                </a:cubicBezTo>
                <a:lnTo>
                  <a:pt x="62024" y="102678"/>
                </a:lnTo>
                <a:cubicBezTo>
                  <a:pt x="52360" y="117348"/>
                  <a:pt x="45558" y="133714"/>
                  <a:pt x="41978" y="150913"/>
                </a:cubicBezTo>
                <a:lnTo>
                  <a:pt x="6863" y="155297"/>
                </a:lnTo>
                <a:cubicBezTo>
                  <a:pt x="2936" y="155787"/>
                  <a:pt x="0" y="159140"/>
                  <a:pt x="30" y="163097"/>
                </a:cubicBezTo>
                <a:lnTo>
                  <a:pt x="30" y="196138"/>
                </a:lnTo>
                <a:cubicBezTo>
                  <a:pt x="0" y="200094"/>
                  <a:pt x="2936" y="203447"/>
                  <a:pt x="6863" y="203938"/>
                </a:cubicBezTo>
                <a:lnTo>
                  <a:pt x="41978" y="208321"/>
                </a:lnTo>
                <a:cubicBezTo>
                  <a:pt x="45558" y="225520"/>
                  <a:pt x="52360" y="241886"/>
                  <a:pt x="62024" y="256556"/>
                </a:cubicBezTo>
                <a:lnTo>
                  <a:pt x="40231" y="284309"/>
                </a:lnTo>
                <a:cubicBezTo>
                  <a:pt x="37820" y="287412"/>
                  <a:pt x="38095" y="291824"/>
                  <a:pt x="40871" y="294605"/>
                </a:cubicBezTo>
                <a:lnTo>
                  <a:pt x="64271" y="318005"/>
                </a:lnTo>
                <a:cubicBezTo>
                  <a:pt x="67052" y="320781"/>
                  <a:pt x="71464" y="321055"/>
                  <a:pt x="74567" y="318644"/>
                </a:cubicBezTo>
                <a:lnTo>
                  <a:pt x="102647" y="296882"/>
                </a:lnTo>
                <a:cubicBezTo>
                  <a:pt x="117319" y="306546"/>
                  <a:pt x="133684" y="313352"/>
                  <a:pt x="150882" y="316944"/>
                </a:cubicBezTo>
                <a:lnTo>
                  <a:pt x="155266" y="352044"/>
                </a:lnTo>
                <a:cubicBezTo>
                  <a:pt x="155756" y="355970"/>
                  <a:pt x="159109" y="358907"/>
                  <a:pt x="163066" y="358877"/>
                </a:cubicBezTo>
                <a:lnTo>
                  <a:pt x="196106" y="358877"/>
                </a:lnTo>
                <a:cubicBezTo>
                  <a:pt x="200063" y="358907"/>
                  <a:pt x="203416" y="355970"/>
                  <a:pt x="203906" y="352044"/>
                </a:cubicBezTo>
                <a:lnTo>
                  <a:pt x="208290" y="316944"/>
                </a:lnTo>
                <a:cubicBezTo>
                  <a:pt x="225488" y="313352"/>
                  <a:pt x="241853" y="306546"/>
                  <a:pt x="256525" y="296882"/>
                </a:cubicBezTo>
                <a:lnTo>
                  <a:pt x="284527" y="318644"/>
                </a:lnTo>
                <a:cubicBezTo>
                  <a:pt x="287630" y="321055"/>
                  <a:pt x="292042" y="320781"/>
                  <a:pt x="294823" y="318005"/>
                </a:cubicBezTo>
                <a:lnTo>
                  <a:pt x="318223" y="294605"/>
                </a:lnTo>
                <a:cubicBezTo>
                  <a:pt x="320999" y="291824"/>
                  <a:pt x="321274" y="287412"/>
                  <a:pt x="318863" y="284309"/>
                </a:cubicBezTo>
                <a:lnTo>
                  <a:pt x="297101" y="256307"/>
                </a:lnTo>
                <a:cubicBezTo>
                  <a:pt x="306766" y="241637"/>
                  <a:pt x="313567" y="225271"/>
                  <a:pt x="317147" y="208072"/>
                </a:cubicBezTo>
                <a:close/>
              </a:path>
            </a:pathLst>
          </a:custGeom>
          <a:noFill/>
          <a:ln w="11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14770" y="1717407"/>
            <a:ext cx="918044" cy="4211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484848"/>
                </a:solidFill>
                <a:latin typeface="Roboto"/>
              </a:rPr>
              <a:t>Test applications
and optimize
performance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49415" y="1857791"/>
            <a:ext cx="1099207" cy="280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484848"/>
                </a:solidFill>
                <a:latin typeface="Roboto"/>
              </a:rPr>
              <a:t>Move applications to
the cloud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33708" y="1717407"/>
            <a:ext cx="766646" cy="4211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484848"/>
                </a:solidFill>
                <a:latin typeface="Roboto"/>
              </a:rPr>
              <a:t>Set up AWS
resources and
services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97200" y="4101626"/>
            <a:ext cx="358800" cy="358720"/>
          </a:xfrm>
          <a:custGeom>
            <a:avLst/>
            <a:gdLst/>
            <a:ahLst/>
            <a:cxnLst/>
            <a:rect l="0" t="0" r="0" b="0"/>
            <a:pathLst>
              <a:path w="358800" h="358720">
                <a:moveTo>
                  <a:pt x="140400" y="280720"/>
                </a:moveTo>
                <a:lnTo>
                  <a:pt x="46800" y="280705"/>
                </a:lnTo>
                <a:lnTo>
                  <a:pt x="46800" y="77920"/>
                </a:lnTo>
                <a:lnTo>
                  <a:pt x="218400" y="77920"/>
                </a:lnTo>
                <a:lnTo>
                  <a:pt x="218400" y="148120"/>
                </a:lnTo>
                <a:moveTo>
                  <a:pt x="265200" y="132520"/>
                </a:moveTo>
                <a:lnTo>
                  <a:pt x="265200" y="46720"/>
                </a:lnTo>
                <a:cubicBezTo>
                  <a:pt x="265200" y="38105"/>
                  <a:pt x="258215" y="31120"/>
                  <a:pt x="249600" y="31120"/>
                </a:cubicBezTo>
                <a:lnTo>
                  <a:pt x="180211" y="31120"/>
                </a:lnTo>
                <a:cubicBezTo>
                  <a:pt x="171942" y="12216"/>
                  <a:pt x="153265" y="0"/>
                  <a:pt x="132631" y="0"/>
                </a:cubicBezTo>
                <a:cubicBezTo>
                  <a:pt x="111996" y="0"/>
                  <a:pt x="93320" y="12216"/>
                  <a:pt x="85051" y="31120"/>
                </a:cubicBezTo>
                <a:lnTo>
                  <a:pt x="15600" y="31120"/>
                </a:lnTo>
                <a:cubicBezTo>
                  <a:pt x="6984" y="31120"/>
                  <a:pt x="0" y="38105"/>
                  <a:pt x="0" y="46720"/>
                </a:cubicBezTo>
                <a:lnTo>
                  <a:pt x="0" y="311920"/>
                </a:lnTo>
                <a:cubicBezTo>
                  <a:pt x="0" y="320536"/>
                  <a:pt x="6984" y="327520"/>
                  <a:pt x="15600" y="327520"/>
                </a:cubicBezTo>
                <a:lnTo>
                  <a:pt x="156000" y="327520"/>
                </a:lnTo>
                <a:moveTo>
                  <a:pt x="171600" y="124720"/>
                </a:moveTo>
                <a:lnTo>
                  <a:pt x="93600" y="124720"/>
                </a:lnTo>
                <a:moveTo>
                  <a:pt x="171600" y="171520"/>
                </a:moveTo>
                <a:lnTo>
                  <a:pt x="93600" y="171520"/>
                </a:lnTo>
                <a:moveTo>
                  <a:pt x="140400" y="218320"/>
                </a:moveTo>
                <a:lnTo>
                  <a:pt x="93600" y="218320"/>
                </a:lnTo>
                <a:moveTo>
                  <a:pt x="187200" y="257788"/>
                </a:moveTo>
                <a:cubicBezTo>
                  <a:pt x="187200" y="296809"/>
                  <a:pt x="218832" y="328441"/>
                  <a:pt x="257852" y="328441"/>
                </a:cubicBezTo>
                <a:cubicBezTo>
                  <a:pt x="296872" y="328441"/>
                  <a:pt x="328504" y="296809"/>
                  <a:pt x="328504" y="257788"/>
                </a:cubicBezTo>
                <a:cubicBezTo>
                  <a:pt x="328504" y="218768"/>
                  <a:pt x="296872" y="187136"/>
                  <a:pt x="257852" y="187136"/>
                </a:cubicBezTo>
                <a:cubicBezTo>
                  <a:pt x="218832" y="187136"/>
                  <a:pt x="187200" y="218768"/>
                  <a:pt x="187200" y="257788"/>
                </a:cubicBezTo>
                <a:close/>
                <a:moveTo>
                  <a:pt x="358800" y="358720"/>
                </a:moveTo>
                <a:lnTo>
                  <a:pt x="308131" y="308067"/>
                </a:lnTo>
              </a:path>
            </a:pathLst>
          </a:custGeom>
          <a:noFill/>
          <a:ln w="11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559520" y="4104803"/>
            <a:ext cx="350999" cy="352559"/>
          </a:xfrm>
          <a:custGeom>
            <a:avLst/>
            <a:gdLst/>
            <a:ahLst/>
            <a:cxnLst/>
            <a:rect l="0" t="0" r="0" b="0"/>
            <a:pathLst>
              <a:path w="350999" h="352559">
                <a:moveTo>
                  <a:pt x="337022" y="201239"/>
                </a:moveTo>
                <a:cubicBezTo>
                  <a:pt x="344787" y="199679"/>
                  <a:pt x="350999" y="193439"/>
                  <a:pt x="350999" y="185639"/>
                </a:cubicBezTo>
                <a:lnTo>
                  <a:pt x="350999" y="166919"/>
                </a:lnTo>
                <a:cubicBezTo>
                  <a:pt x="350999" y="159119"/>
                  <a:pt x="344787" y="152879"/>
                  <a:pt x="337022" y="151319"/>
                </a:cubicBezTo>
                <a:lnTo>
                  <a:pt x="315278" y="148199"/>
                </a:lnTo>
                <a:cubicBezTo>
                  <a:pt x="309066" y="146639"/>
                  <a:pt x="304407" y="143520"/>
                  <a:pt x="302853" y="137280"/>
                </a:cubicBezTo>
                <a:lnTo>
                  <a:pt x="293535" y="113880"/>
                </a:lnTo>
                <a:cubicBezTo>
                  <a:pt x="290429" y="109200"/>
                  <a:pt x="291981" y="101400"/>
                  <a:pt x="295087" y="96720"/>
                </a:cubicBezTo>
                <a:lnTo>
                  <a:pt x="309065" y="78000"/>
                </a:lnTo>
                <a:cubicBezTo>
                  <a:pt x="313725" y="71760"/>
                  <a:pt x="313725" y="62400"/>
                  <a:pt x="307513" y="57720"/>
                </a:cubicBezTo>
                <a:lnTo>
                  <a:pt x="293535" y="43680"/>
                </a:lnTo>
                <a:cubicBezTo>
                  <a:pt x="287322" y="37440"/>
                  <a:pt x="279558" y="37440"/>
                  <a:pt x="273344" y="42120"/>
                </a:cubicBezTo>
                <a:lnTo>
                  <a:pt x="254707" y="56160"/>
                </a:lnTo>
                <a:cubicBezTo>
                  <a:pt x="250049" y="59280"/>
                  <a:pt x="243837" y="60840"/>
                  <a:pt x="237623" y="57720"/>
                </a:cubicBezTo>
                <a:cubicBezTo>
                  <a:pt x="229858" y="54600"/>
                  <a:pt x="222093" y="51480"/>
                  <a:pt x="214328" y="48360"/>
                </a:cubicBezTo>
                <a:cubicBezTo>
                  <a:pt x="208114" y="46800"/>
                  <a:pt x="205008" y="42120"/>
                  <a:pt x="203456" y="35880"/>
                </a:cubicBezTo>
                <a:lnTo>
                  <a:pt x="200349" y="14039"/>
                </a:lnTo>
                <a:cubicBezTo>
                  <a:pt x="198796" y="6239"/>
                  <a:pt x="192583" y="0"/>
                  <a:pt x="184817" y="0"/>
                </a:cubicBezTo>
                <a:lnTo>
                  <a:pt x="166181" y="0"/>
                </a:lnTo>
                <a:cubicBezTo>
                  <a:pt x="158416" y="0"/>
                  <a:pt x="152204" y="6239"/>
                  <a:pt x="150650" y="14039"/>
                </a:cubicBezTo>
                <a:lnTo>
                  <a:pt x="147544" y="35880"/>
                </a:lnTo>
                <a:cubicBezTo>
                  <a:pt x="145990" y="42120"/>
                  <a:pt x="142885" y="46800"/>
                  <a:pt x="136672" y="48360"/>
                </a:cubicBezTo>
                <a:cubicBezTo>
                  <a:pt x="128907" y="51480"/>
                  <a:pt x="121141" y="54600"/>
                  <a:pt x="113376" y="57720"/>
                </a:cubicBezTo>
                <a:cubicBezTo>
                  <a:pt x="108717" y="60840"/>
                  <a:pt x="100951" y="59280"/>
                  <a:pt x="96292" y="56160"/>
                </a:cubicBezTo>
                <a:lnTo>
                  <a:pt x="77654" y="42120"/>
                </a:lnTo>
                <a:cubicBezTo>
                  <a:pt x="71442" y="37440"/>
                  <a:pt x="62123" y="37440"/>
                  <a:pt x="57464" y="43680"/>
                </a:cubicBezTo>
                <a:lnTo>
                  <a:pt x="43487" y="57720"/>
                </a:lnTo>
                <a:cubicBezTo>
                  <a:pt x="37274" y="63960"/>
                  <a:pt x="37274" y="71760"/>
                  <a:pt x="41933" y="78000"/>
                </a:cubicBezTo>
                <a:lnTo>
                  <a:pt x="55911" y="96720"/>
                </a:lnTo>
                <a:cubicBezTo>
                  <a:pt x="59017" y="101400"/>
                  <a:pt x="60571" y="107640"/>
                  <a:pt x="57464" y="113880"/>
                </a:cubicBezTo>
                <a:cubicBezTo>
                  <a:pt x="54358" y="121680"/>
                  <a:pt x="51252" y="129480"/>
                  <a:pt x="48146" y="137280"/>
                </a:cubicBezTo>
                <a:cubicBezTo>
                  <a:pt x="46592" y="143520"/>
                  <a:pt x="41933" y="146639"/>
                  <a:pt x="35721" y="148199"/>
                </a:cubicBezTo>
                <a:lnTo>
                  <a:pt x="13977" y="151319"/>
                </a:lnTo>
                <a:cubicBezTo>
                  <a:pt x="6212" y="152879"/>
                  <a:pt x="0" y="159119"/>
                  <a:pt x="0" y="166919"/>
                </a:cubicBezTo>
                <a:lnTo>
                  <a:pt x="0" y="185639"/>
                </a:lnTo>
                <a:cubicBezTo>
                  <a:pt x="0" y="193439"/>
                  <a:pt x="6212" y="199679"/>
                  <a:pt x="13977" y="201239"/>
                </a:cubicBezTo>
                <a:lnTo>
                  <a:pt x="35721" y="204359"/>
                </a:lnTo>
                <a:cubicBezTo>
                  <a:pt x="41933" y="205919"/>
                  <a:pt x="46592" y="209039"/>
                  <a:pt x="48146" y="215279"/>
                </a:cubicBezTo>
                <a:cubicBezTo>
                  <a:pt x="51252" y="223079"/>
                  <a:pt x="54358" y="230879"/>
                  <a:pt x="57464" y="238679"/>
                </a:cubicBezTo>
                <a:cubicBezTo>
                  <a:pt x="60571" y="243359"/>
                  <a:pt x="59017" y="251159"/>
                  <a:pt x="55911" y="255839"/>
                </a:cubicBezTo>
                <a:lnTo>
                  <a:pt x="41933" y="274559"/>
                </a:lnTo>
                <a:cubicBezTo>
                  <a:pt x="37274" y="280799"/>
                  <a:pt x="37274" y="290159"/>
                  <a:pt x="43487" y="294839"/>
                </a:cubicBezTo>
                <a:lnTo>
                  <a:pt x="57464" y="308879"/>
                </a:lnTo>
                <a:cubicBezTo>
                  <a:pt x="63677" y="315119"/>
                  <a:pt x="71442" y="315119"/>
                  <a:pt x="77654" y="310439"/>
                </a:cubicBezTo>
                <a:lnTo>
                  <a:pt x="96292" y="296399"/>
                </a:lnTo>
                <a:cubicBezTo>
                  <a:pt x="100951" y="293279"/>
                  <a:pt x="107164" y="291719"/>
                  <a:pt x="113376" y="294839"/>
                </a:cubicBezTo>
                <a:cubicBezTo>
                  <a:pt x="121141" y="297959"/>
                  <a:pt x="128907" y="301079"/>
                  <a:pt x="136672" y="304199"/>
                </a:cubicBezTo>
                <a:cubicBezTo>
                  <a:pt x="142885" y="305759"/>
                  <a:pt x="145990" y="310439"/>
                  <a:pt x="147544" y="316679"/>
                </a:cubicBezTo>
                <a:lnTo>
                  <a:pt x="150650" y="338519"/>
                </a:lnTo>
                <a:cubicBezTo>
                  <a:pt x="152204" y="346319"/>
                  <a:pt x="158416" y="352559"/>
                  <a:pt x="166181" y="352559"/>
                </a:cubicBezTo>
                <a:lnTo>
                  <a:pt x="184817" y="352559"/>
                </a:lnTo>
                <a:cubicBezTo>
                  <a:pt x="192583" y="352559"/>
                  <a:pt x="198796" y="346319"/>
                  <a:pt x="200349" y="338519"/>
                </a:cubicBezTo>
                <a:lnTo>
                  <a:pt x="203456" y="316679"/>
                </a:lnTo>
                <a:cubicBezTo>
                  <a:pt x="205008" y="310439"/>
                  <a:pt x="208114" y="305759"/>
                  <a:pt x="214328" y="304199"/>
                </a:cubicBezTo>
                <a:cubicBezTo>
                  <a:pt x="222093" y="301079"/>
                  <a:pt x="229858" y="297959"/>
                  <a:pt x="237623" y="294839"/>
                </a:cubicBezTo>
                <a:cubicBezTo>
                  <a:pt x="242283" y="291719"/>
                  <a:pt x="250049" y="293279"/>
                  <a:pt x="254707" y="296399"/>
                </a:cubicBezTo>
                <a:lnTo>
                  <a:pt x="273344" y="310439"/>
                </a:lnTo>
                <a:cubicBezTo>
                  <a:pt x="279558" y="315119"/>
                  <a:pt x="288875" y="315119"/>
                  <a:pt x="293535" y="308879"/>
                </a:cubicBezTo>
                <a:lnTo>
                  <a:pt x="307513" y="294839"/>
                </a:lnTo>
                <a:cubicBezTo>
                  <a:pt x="313725" y="288599"/>
                  <a:pt x="313725" y="280799"/>
                  <a:pt x="309065" y="274559"/>
                </a:cubicBezTo>
                <a:lnTo>
                  <a:pt x="295087" y="255839"/>
                </a:lnTo>
                <a:cubicBezTo>
                  <a:pt x="291981" y="251159"/>
                  <a:pt x="290429" y="244919"/>
                  <a:pt x="293535" y="238679"/>
                </a:cubicBezTo>
                <a:lnTo>
                  <a:pt x="302853" y="215279"/>
                </a:lnTo>
                <a:cubicBezTo>
                  <a:pt x="304407" y="209039"/>
                  <a:pt x="309066" y="205919"/>
                  <a:pt x="315278" y="204359"/>
                </a:cubicBezTo>
                <a:close/>
                <a:moveTo>
                  <a:pt x="113879" y="124993"/>
                </a:moveTo>
                <a:cubicBezTo>
                  <a:pt x="113879" y="120313"/>
                  <a:pt x="115440" y="117193"/>
                  <a:pt x="118560" y="115633"/>
                </a:cubicBezTo>
                <a:cubicBezTo>
                  <a:pt x="127920" y="112513"/>
                  <a:pt x="148199" y="104713"/>
                  <a:pt x="174719" y="104713"/>
                </a:cubicBezTo>
                <a:cubicBezTo>
                  <a:pt x="201239" y="104713"/>
                  <a:pt x="221519" y="110953"/>
                  <a:pt x="230879" y="115633"/>
                </a:cubicBezTo>
                <a:cubicBezTo>
                  <a:pt x="235559" y="117193"/>
                  <a:pt x="237119" y="121873"/>
                  <a:pt x="237119" y="124993"/>
                </a:cubicBezTo>
                <a:lnTo>
                  <a:pt x="237119" y="173353"/>
                </a:lnTo>
                <a:cubicBezTo>
                  <a:pt x="237119" y="204553"/>
                  <a:pt x="218399" y="232633"/>
                  <a:pt x="188759" y="243553"/>
                </a:cubicBezTo>
                <a:lnTo>
                  <a:pt x="182519" y="246673"/>
                </a:lnTo>
                <a:cubicBezTo>
                  <a:pt x="177839" y="248233"/>
                  <a:pt x="173159" y="248233"/>
                  <a:pt x="168479" y="246673"/>
                </a:cubicBezTo>
                <a:lnTo>
                  <a:pt x="162239" y="243553"/>
                </a:lnTo>
                <a:cubicBezTo>
                  <a:pt x="132599" y="232633"/>
                  <a:pt x="113879" y="204553"/>
                  <a:pt x="113879" y="173353"/>
                </a:cubicBezTo>
                <a:close/>
                <a:moveTo>
                  <a:pt x="175499" y="247840"/>
                </a:moveTo>
                <a:lnTo>
                  <a:pt x="175499" y="104713"/>
                </a:lnTo>
              </a:path>
            </a:pathLst>
          </a:custGeom>
          <a:noFill/>
          <a:ln w="11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054000" y="4117288"/>
            <a:ext cx="358800" cy="327600"/>
          </a:xfrm>
          <a:custGeom>
            <a:avLst/>
            <a:gdLst/>
            <a:ahLst/>
            <a:cxnLst/>
            <a:rect l="0" t="0" r="0" b="0"/>
            <a:pathLst>
              <a:path w="358800" h="327600">
                <a:moveTo>
                  <a:pt x="46800" y="109200"/>
                </a:moveTo>
                <a:cubicBezTo>
                  <a:pt x="46800" y="139354"/>
                  <a:pt x="71245" y="163800"/>
                  <a:pt x="101400" y="163800"/>
                </a:cubicBezTo>
                <a:cubicBezTo>
                  <a:pt x="131554" y="163800"/>
                  <a:pt x="156000" y="139354"/>
                  <a:pt x="156000" y="109200"/>
                </a:cubicBezTo>
                <a:cubicBezTo>
                  <a:pt x="156000" y="79045"/>
                  <a:pt x="131554" y="54600"/>
                  <a:pt x="101400" y="54600"/>
                </a:cubicBezTo>
                <a:cubicBezTo>
                  <a:pt x="71245" y="54600"/>
                  <a:pt x="46800" y="79045"/>
                  <a:pt x="46800" y="109200"/>
                </a:cubicBezTo>
                <a:moveTo>
                  <a:pt x="156000" y="109200"/>
                </a:moveTo>
                <a:lnTo>
                  <a:pt x="101400" y="109200"/>
                </a:lnTo>
                <a:lnTo>
                  <a:pt x="101400" y="54600"/>
                </a:lnTo>
                <a:moveTo>
                  <a:pt x="132600" y="327600"/>
                </a:moveTo>
                <a:cubicBezTo>
                  <a:pt x="146730" y="309757"/>
                  <a:pt x="154914" y="287934"/>
                  <a:pt x="156000" y="265200"/>
                </a:cubicBezTo>
                <a:moveTo>
                  <a:pt x="226200" y="327600"/>
                </a:moveTo>
                <a:cubicBezTo>
                  <a:pt x="212069" y="309757"/>
                  <a:pt x="203885" y="287934"/>
                  <a:pt x="202800" y="265200"/>
                </a:cubicBezTo>
                <a:moveTo>
                  <a:pt x="109184" y="327600"/>
                </a:moveTo>
                <a:lnTo>
                  <a:pt x="249584" y="327600"/>
                </a:lnTo>
                <a:moveTo>
                  <a:pt x="0" y="218400"/>
                </a:moveTo>
                <a:lnTo>
                  <a:pt x="358800" y="218400"/>
                </a:lnTo>
                <a:moveTo>
                  <a:pt x="15600" y="0"/>
                </a:moveTo>
                <a:lnTo>
                  <a:pt x="343200" y="0"/>
                </a:lnTo>
                <a:cubicBezTo>
                  <a:pt x="343200" y="0"/>
                  <a:pt x="358800" y="0"/>
                  <a:pt x="358800" y="15600"/>
                </a:cubicBezTo>
                <a:lnTo>
                  <a:pt x="358800" y="249600"/>
                </a:lnTo>
                <a:cubicBezTo>
                  <a:pt x="358800" y="249600"/>
                  <a:pt x="358800" y="265200"/>
                  <a:pt x="343200" y="265200"/>
                </a:cubicBezTo>
                <a:lnTo>
                  <a:pt x="15600" y="265200"/>
                </a:lnTo>
                <a:cubicBezTo>
                  <a:pt x="15600" y="265200"/>
                  <a:pt x="0" y="265200"/>
                  <a:pt x="0" y="249600"/>
                </a:cubicBezTo>
                <a:lnTo>
                  <a:pt x="0" y="15600"/>
                </a:lnTo>
                <a:cubicBezTo>
                  <a:pt x="0" y="15600"/>
                  <a:pt x="0" y="0"/>
                  <a:pt x="15600" y="0"/>
                </a:cubicBezTo>
                <a:moveTo>
                  <a:pt x="202800" y="85800"/>
                </a:moveTo>
                <a:lnTo>
                  <a:pt x="226200" y="54600"/>
                </a:lnTo>
                <a:lnTo>
                  <a:pt x="273000" y="93600"/>
                </a:lnTo>
                <a:lnTo>
                  <a:pt x="312000" y="46800"/>
                </a:lnTo>
                <a:moveTo>
                  <a:pt x="296400" y="171600"/>
                </a:moveTo>
                <a:lnTo>
                  <a:pt x="296400" y="148200"/>
                </a:lnTo>
                <a:moveTo>
                  <a:pt x="265200" y="171600"/>
                </a:moveTo>
                <a:lnTo>
                  <a:pt x="265200" y="140400"/>
                </a:lnTo>
                <a:moveTo>
                  <a:pt x="234000" y="171600"/>
                </a:moveTo>
                <a:lnTo>
                  <a:pt x="234000" y="124800"/>
                </a:lnTo>
                <a:moveTo>
                  <a:pt x="202800" y="171600"/>
                </a:moveTo>
                <a:lnTo>
                  <a:pt x="202800" y="148200"/>
                </a:lnTo>
              </a:path>
            </a:pathLst>
          </a:custGeom>
          <a:noFill/>
          <a:ln w="11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82249" y="1393239"/>
            <a:ext cx="833578" cy="37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3BC482"/>
                </a:solidFill>
                <a:latin typeface="Roboto"/>
              </a:rPr>
              <a:t>Application
Migration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14680" y="1252862"/>
            <a:ext cx="1004600" cy="37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DDC916"/>
                </a:solidFill>
                <a:latin typeface="Roboto"/>
              </a:rPr>
              <a:t>Infrastructure
Deployment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99122" y="835094"/>
            <a:ext cx="2745763" cy="23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484848"/>
                </a:solidFill>
                <a:latin typeface="Roboto"/>
              </a:rPr>
              <a:t>AWS Cloud Migration Roadmap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92294" y="5137208"/>
            <a:ext cx="1049412" cy="37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DC8331"/>
                </a:solidFill>
                <a:latin typeface="Roboto"/>
              </a:rPr>
              <a:t>Assessment &amp;
Planning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31997" y="5137208"/>
            <a:ext cx="726741" cy="37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4E88E6"/>
                </a:solidFill>
                <a:latin typeface="Roboto"/>
              </a:rPr>
              <a:t>Security
Hardening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5348" y="5137208"/>
            <a:ext cx="956896" cy="37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B95CE3"/>
                </a:solidFill>
                <a:latin typeface="Roboto"/>
              </a:rPr>
              <a:t>Monitoring
Configuration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39874" y="5601753"/>
            <a:ext cx="954322" cy="4211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484848"/>
                </a:solidFill>
                <a:latin typeface="Roboto"/>
              </a:rPr>
              <a:t>Evaluate current
infrastructure and
needs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82472" y="5601753"/>
            <a:ext cx="1025918" cy="4211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484848"/>
                </a:solidFill>
                <a:latin typeface="Roboto"/>
              </a:rPr>
              <a:t>Implement security
controls and best
practices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98000" y="5601753"/>
            <a:ext cx="951592" cy="4211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484848"/>
                </a:solidFill>
                <a:latin typeface="Roboto"/>
              </a:rPr>
              <a:t>Set up monitoring
and observability
tools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24676" y="1252862"/>
            <a:ext cx="898255" cy="37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DD57A8"/>
                </a:solidFill>
                <a:latin typeface="Roboto"/>
              </a:rPr>
              <a:t>Testing &amp;
Optimization</a:t>
            </a:r>
          </a:p>
        </p:txBody>
      </p:sp>
    </p:spTree>
    <p:extLst>
      <p:ext uri="{BB962C8B-B14F-4D97-AF65-F5344CB8AC3E}">
        <p14:creationId xmlns:p14="http://schemas.microsoft.com/office/powerpoint/2010/main" val="1112709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64788" y="1614185"/>
            <a:ext cx="506556" cy="506556"/>
          </a:xfrm>
          <a:custGeom>
            <a:avLst/>
            <a:gdLst/>
            <a:ahLst/>
            <a:cxnLst/>
            <a:rect l="0" t="0" r="0" b="0"/>
            <a:pathLst>
              <a:path w="506556" h="506556">
                <a:moveTo>
                  <a:pt x="0" y="50655"/>
                </a:moveTo>
                <a:cubicBezTo>
                  <a:pt x="0" y="22679"/>
                  <a:pt x="22679" y="0"/>
                  <a:pt x="50655" y="0"/>
                </a:cubicBezTo>
                <a:lnTo>
                  <a:pt x="455901" y="0"/>
                </a:lnTo>
                <a:cubicBezTo>
                  <a:pt x="483877" y="0"/>
                  <a:pt x="506556" y="22679"/>
                  <a:pt x="506556" y="50655"/>
                </a:cubicBezTo>
                <a:lnTo>
                  <a:pt x="506556" y="455901"/>
                </a:lnTo>
                <a:cubicBezTo>
                  <a:pt x="506556" y="483877"/>
                  <a:pt x="483877" y="506556"/>
                  <a:pt x="455901" y="506556"/>
                </a:cubicBezTo>
                <a:lnTo>
                  <a:pt x="50655" y="506556"/>
                </a:lnTo>
                <a:cubicBezTo>
                  <a:pt x="22679" y="506556"/>
                  <a:pt x="0" y="483877"/>
                  <a:pt x="0" y="455901"/>
                </a:cubicBezTo>
                <a:lnTo>
                  <a:pt x="0" y="50655"/>
                </a:lnTo>
                <a:close/>
              </a:path>
            </a:pathLst>
          </a:custGeom>
          <a:noFill/>
          <a:ln w="12663">
            <a:solidFill>
              <a:srgbClr val="E5575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64788" y="2475307"/>
            <a:ext cx="506556" cy="506556"/>
          </a:xfrm>
          <a:custGeom>
            <a:avLst/>
            <a:gdLst/>
            <a:ahLst/>
            <a:cxnLst/>
            <a:rect l="0" t="0" r="0" b="0"/>
            <a:pathLst>
              <a:path w="506556" h="506556">
                <a:moveTo>
                  <a:pt x="0" y="50655"/>
                </a:moveTo>
                <a:cubicBezTo>
                  <a:pt x="0" y="22679"/>
                  <a:pt x="22679" y="0"/>
                  <a:pt x="50655" y="0"/>
                </a:cubicBezTo>
                <a:lnTo>
                  <a:pt x="455901" y="0"/>
                </a:lnTo>
                <a:cubicBezTo>
                  <a:pt x="483877" y="0"/>
                  <a:pt x="506556" y="22679"/>
                  <a:pt x="506556" y="50655"/>
                </a:cubicBezTo>
                <a:lnTo>
                  <a:pt x="506556" y="455901"/>
                </a:lnTo>
                <a:cubicBezTo>
                  <a:pt x="506556" y="483877"/>
                  <a:pt x="483877" y="506556"/>
                  <a:pt x="455901" y="506556"/>
                </a:cubicBezTo>
                <a:lnTo>
                  <a:pt x="50655" y="506556"/>
                </a:lnTo>
                <a:cubicBezTo>
                  <a:pt x="22679" y="506556"/>
                  <a:pt x="0" y="483877"/>
                  <a:pt x="0" y="455901"/>
                </a:cubicBezTo>
                <a:lnTo>
                  <a:pt x="0" y="50655"/>
                </a:lnTo>
                <a:close/>
              </a:path>
            </a:pathLst>
          </a:custGeom>
          <a:noFill/>
          <a:ln w="12663">
            <a:solidFill>
              <a:srgbClr val="DE843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64788" y="3336429"/>
            <a:ext cx="506556" cy="506556"/>
          </a:xfrm>
          <a:custGeom>
            <a:avLst/>
            <a:gdLst/>
            <a:ahLst/>
            <a:cxnLst/>
            <a:rect l="0" t="0" r="0" b="0"/>
            <a:pathLst>
              <a:path w="506556" h="506556">
                <a:moveTo>
                  <a:pt x="0" y="50655"/>
                </a:moveTo>
                <a:cubicBezTo>
                  <a:pt x="0" y="22679"/>
                  <a:pt x="22679" y="0"/>
                  <a:pt x="50655" y="0"/>
                </a:cubicBezTo>
                <a:lnTo>
                  <a:pt x="455901" y="0"/>
                </a:lnTo>
                <a:cubicBezTo>
                  <a:pt x="483877" y="0"/>
                  <a:pt x="506556" y="22679"/>
                  <a:pt x="506556" y="50655"/>
                </a:cubicBezTo>
                <a:lnTo>
                  <a:pt x="506556" y="455901"/>
                </a:lnTo>
                <a:cubicBezTo>
                  <a:pt x="506556" y="483877"/>
                  <a:pt x="483877" y="506556"/>
                  <a:pt x="455901" y="506556"/>
                </a:cubicBezTo>
                <a:lnTo>
                  <a:pt x="50655" y="506556"/>
                </a:lnTo>
                <a:cubicBezTo>
                  <a:pt x="22679" y="506556"/>
                  <a:pt x="0" y="483877"/>
                  <a:pt x="0" y="455901"/>
                </a:cubicBezTo>
                <a:lnTo>
                  <a:pt x="0" y="50655"/>
                </a:lnTo>
                <a:close/>
              </a:path>
            </a:pathLst>
          </a:custGeom>
          <a:noFill/>
          <a:ln w="12663">
            <a:solidFill>
              <a:srgbClr val="E0CB1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264788" y="4197551"/>
            <a:ext cx="506556" cy="506556"/>
          </a:xfrm>
          <a:custGeom>
            <a:avLst/>
            <a:gdLst/>
            <a:ahLst/>
            <a:cxnLst/>
            <a:rect l="0" t="0" r="0" b="0"/>
            <a:pathLst>
              <a:path w="506556" h="506556">
                <a:moveTo>
                  <a:pt x="0" y="50655"/>
                </a:moveTo>
                <a:cubicBezTo>
                  <a:pt x="0" y="22679"/>
                  <a:pt x="22679" y="0"/>
                  <a:pt x="50655" y="0"/>
                </a:cubicBezTo>
                <a:lnTo>
                  <a:pt x="455901" y="0"/>
                </a:lnTo>
                <a:cubicBezTo>
                  <a:pt x="483877" y="0"/>
                  <a:pt x="506556" y="22679"/>
                  <a:pt x="506556" y="50655"/>
                </a:cubicBezTo>
                <a:lnTo>
                  <a:pt x="506556" y="455901"/>
                </a:lnTo>
                <a:cubicBezTo>
                  <a:pt x="506556" y="483877"/>
                  <a:pt x="483877" y="506556"/>
                  <a:pt x="455901" y="506556"/>
                </a:cubicBezTo>
                <a:lnTo>
                  <a:pt x="50655" y="506556"/>
                </a:lnTo>
                <a:cubicBezTo>
                  <a:pt x="22679" y="506556"/>
                  <a:pt x="0" y="483877"/>
                  <a:pt x="0" y="455901"/>
                </a:cubicBezTo>
                <a:lnTo>
                  <a:pt x="0" y="50655"/>
                </a:lnTo>
                <a:close/>
              </a:path>
            </a:pathLst>
          </a:custGeom>
          <a:noFill/>
          <a:ln w="12663">
            <a:solidFill>
              <a:srgbClr val="3CC58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64788" y="5058673"/>
            <a:ext cx="506556" cy="506556"/>
          </a:xfrm>
          <a:custGeom>
            <a:avLst/>
            <a:gdLst/>
            <a:ahLst/>
            <a:cxnLst/>
            <a:rect l="0" t="0" r="0" b="0"/>
            <a:pathLst>
              <a:path w="506556" h="506556">
                <a:moveTo>
                  <a:pt x="0" y="50655"/>
                </a:moveTo>
                <a:cubicBezTo>
                  <a:pt x="0" y="22679"/>
                  <a:pt x="22679" y="0"/>
                  <a:pt x="50655" y="0"/>
                </a:cubicBezTo>
                <a:lnTo>
                  <a:pt x="455901" y="0"/>
                </a:lnTo>
                <a:cubicBezTo>
                  <a:pt x="483877" y="0"/>
                  <a:pt x="506556" y="22679"/>
                  <a:pt x="506556" y="50655"/>
                </a:cubicBezTo>
                <a:lnTo>
                  <a:pt x="506556" y="455901"/>
                </a:lnTo>
                <a:cubicBezTo>
                  <a:pt x="506556" y="483877"/>
                  <a:pt x="483877" y="506556"/>
                  <a:pt x="455901" y="506556"/>
                </a:cubicBezTo>
                <a:lnTo>
                  <a:pt x="50655" y="506556"/>
                </a:lnTo>
                <a:cubicBezTo>
                  <a:pt x="22679" y="506556"/>
                  <a:pt x="0" y="483877"/>
                  <a:pt x="0" y="455901"/>
                </a:cubicBezTo>
                <a:lnTo>
                  <a:pt x="0" y="50655"/>
                </a:lnTo>
                <a:close/>
              </a:path>
            </a:pathLst>
          </a:custGeom>
          <a:noFill/>
          <a:ln w="12663">
            <a:solidFill>
              <a:srgbClr val="4E88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85033" y="1810093"/>
            <a:ext cx="3748520" cy="4174982"/>
          </a:xfrm>
          <a:custGeom>
            <a:avLst/>
            <a:gdLst/>
            <a:ahLst/>
            <a:cxnLst/>
            <a:rect l="0" t="0" r="0" b="0"/>
            <a:pathLst>
              <a:path w="3748520" h="4174982">
                <a:moveTo>
                  <a:pt x="1773430" y="415520"/>
                </a:moveTo>
                <a:cubicBezTo>
                  <a:pt x="2154172" y="209050"/>
                  <a:pt x="2581073" y="72564"/>
                  <a:pt x="3038744" y="25016"/>
                </a:cubicBezTo>
                <a:cubicBezTo>
                  <a:pt x="3279528" y="0"/>
                  <a:pt x="3517040" y="825"/>
                  <a:pt x="3748520" y="25252"/>
                </a:cubicBezTo>
                <a:moveTo>
                  <a:pt x="1598255" y="517444"/>
                </a:moveTo>
                <a:cubicBezTo>
                  <a:pt x="1403201" y="638920"/>
                  <a:pt x="1221945" y="779439"/>
                  <a:pt x="1056819" y="936131"/>
                </a:cubicBezTo>
                <a:moveTo>
                  <a:pt x="914054" y="1079911"/>
                </a:moveTo>
                <a:cubicBezTo>
                  <a:pt x="758188" y="1246513"/>
                  <a:pt x="619257" y="1428538"/>
                  <a:pt x="499614" y="1623087"/>
                </a:cubicBezTo>
                <a:moveTo>
                  <a:pt x="398666" y="1798757"/>
                </a:moveTo>
                <a:cubicBezTo>
                  <a:pt x="291221" y="1999351"/>
                  <a:pt x="203541" y="2211484"/>
                  <a:pt x="137943" y="2432305"/>
                </a:cubicBezTo>
                <a:moveTo>
                  <a:pt x="86113" y="2628202"/>
                </a:moveTo>
                <a:cubicBezTo>
                  <a:pt x="35904" y="2844080"/>
                  <a:pt x="6523" y="3067146"/>
                  <a:pt x="0" y="3294903"/>
                </a:cubicBezTo>
                <a:moveTo>
                  <a:pt x="241" y="3497498"/>
                </a:moveTo>
                <a:cubicBezTo>
                  <a:pt x="2797" y="3580043"/>
                  <a:pt x="8364" y="3663098"/>
                  <a:pt x="17038" y="3746544"/>
                </a:cubicBezTo>
                <a:cubicBezTo>
                  <a:pt x="32227" y="3892661"/>
                  <a:pt x="56490" y="4035641"/>
                  <a:pt x="89208" y="4174982"/>
                </a:cubicBezTo>
              </a:path>
            </a:pathLst>
          </a:custGeom>
          <a:noFill/>
          <a:ln w="12663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763897" y="2168020"/>
            <a:ext cx="213104" cy="213104"/>
          </a:xfrm>
          <a:custGeom>
            <a:avLst/>
            <a:gdLst/>
            <a:ahLst/>
            <a:cxnLst/>
            <a:rect l="0" t="0" r="0" b="0"/>
            <a:pathLst>
              <a:path w="213104" h="213104">
                <a:moveTo>
                  <a:pt x="207321" y="96080"/>
                </a:moveTo>
                <a:cubicBezTo>
                  <a:pt x="213104" y="151733"/>
                  <a:pt x="172677" y="201537"/>
                  <a:pt x="117023" y="207321"/>
                </a:cubicBezTo>
                <a:cubicBezTo>
                  <a:pt x="61371" y="213104"/>
                  <a:pt x="11567" y="172677"/>
                  <a:pt x="5783" y="117023"/>
                </a:cubicBezTo>
                <a:cubicBezTo>
                  <a:pt x="0" y="61371"/>
                  <a:pt x="40426" y="11567"/>
                  <a:pt x="96080" y="5783"/>
                </a:cubicBezTo>
                <a:cubicBezTo>
                  <a:pt x="151733" y="0"/>
                  <a:pt x="201537" y="40426"/>
                  <a:pt x="207321" y="96080"/>
                </a:cubicBezTo>
                <a:close/>
              </a:path>
            </a:pathLst>
          </a:custGeom>
          <a:noFill/>
          <a:ln w="12663">
            <a:solidFill>
              <a:srgbClr val="E5575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63481" y="2710070"/>
            <a:ext cx="213104" cy="213104"/>
          </a:xfrm>
          <a:custGeom>
            <a:avLst/>
            <a:gdLst/>
            <a:ahLst/>
            <a:cxnLst/>
            <a:rect l="0" t="0" r="0" b="0"/>
            <a:pathLst>
              <a:path w="213104" h="213104">
                <a:moveTo>
                  <a:pt x="207321" y="96080"/>
                </a:moveTo>
                <a:cubicBezTo>
                  <a:pt x="213104" y="151733"/>
                  <a:pt x="172677" y="201537"/>
                  <a:pt x="117023" y="207321"/>
                </a:cubicBezTo>
                <a:cubicBezTo>
                  <a:pt x="61371" y="213104"/>
                  <a:pt x="11567" y="172677"/>
                  <a:pt x="5783" y="117023"/>
                </a:cubicBezTo>
                <a:cubicBezTo>
                  <a:pt x="0" y="61371"/>
                  <a:pt x="40426" y="11567"/>
                  <a:pt x="96080" y="5783"/>
                </a:cubicBezTo>
                <a:cubicBezTo>
                  <a:pt x="151733" y="0"/>
                  <a:pt x="201537" y="40426"/>
                  <a:pt x="207321" y="96080"/>
                </a:cubicBezTo>
                <a:close/>
              </a:path>
            </a:pathLst>
          </a:custGeom>
          <a:noFill/>
          <a:ln w="12663">
            <a:solidFill>
              <a:srgbClr val="DE843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26961" y="3413248"/>
            <a:ext cx="213104" cy="213104"/>
          </a:xfrm>
          <a:custGeom>
            <a:avLst/>
            <a:gdLst/>
            <a:ahLst/>
            <a:cxnLst/>
            <a:rect l="0" t="0" r="0" b="0"/>
            <a:pathLst>
              <a:path w="213104" h="213104">
                <a:moveTo>
                  <a:pt x="207321" y="96080"/>
                </a:moveTo>
                <a:cubicBezTo>
                  <a:pt x="213104" y="151733"/>
                  <a:pt x="172677" y="201537"/>
                  <a:pt x="117023" y="207321"/>
                </a:cubicBezTo>
                <a:cubicBezTo>
                  <a:pt x="61371" y="213104"/>
                  <a:pt x="11567" y="172677"/>
                  <a:pt x="5783" y="117023"/>
                </a:cubicBezTo>
                <a:cubicBezTo>
                  <a:pt x="0" y="61371"/>
                  <a:pt x="40426" y="11567"/>
                  <a:pt x="96080" y="5783"/>
                </a:cubicBezTo>
                <a:cubicBezTo>
                  <a:pt x="151733" y="0"/>
                  <a:pt x="201537" y="40426"/>
                  <a:pt x="207321" y="96080"/>
                </a:cubicBezTo>
                <a:close/>
              </a:path>
            </a:pathLst>
          </a:custGeom>
          <a:noFill/>
          <a:ln w="12663">
            <a:solidFill>
              <a:srgbClr val="E0CB1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89721" y="4232998"/>
            <a:ext cx="213104" cy="213104"/>
          </a:xfrm>
          <a:custGeom>
            <a:avLst/>
            <a:gdLst/>
            <a:ahLst/>
            <a:cxnLst/>
            <a:rect l="0" t="0" r="0" b="0"/>
            <a:pathLst>
              <a:path w="213104" h="213104">
                <a:moveTo>
                  <a:pt x="207321" y="96080"/>
                </a:moveTo>
                <a:cubicBezTo>
                  <a:pt x="213104" y="151733"/>
                  <a:pt x="172677" y="201537"/>
                  <a:pt x="117023" y="207321"/>
                </a:cubicBezTo>
                <a:cubicBezTo>
                  <a:pt x="61371" y="213104"/>
                  <a:pt x="11567" y="172677"/>
                  <a:pt x="5783" y="117023"/>
                </a:cubicBezTo>
                <a:cubicBezTo>
                  <a:pt x="0" y="61371"/>
                  <a:pt x="40426" y="11567"/>
                  <a:pt x="96080" y="5783"/>
                </a:cubicBezTo>
                <a:cubicBezTo>
                  <a:pt x="151733" y="0"/>
                  <a:pt x="201537" y="40426"/>
                  <a:pt x="207321" y="96080"/>
                </a:cubicBezTo>
                <a:close/>
              </a:path>
            </a:pathLst>
          </a:custGeom>
          <a:noFill/>
          <a:ln w="12663">
            <a:solidFill>
              <a:srgbClr val="3CC58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077789" y="5099421"/>
            <a:ext cx="213104" cy="213104"/>
          </a:xfrm>
          <a:custGeom>
            <a:avLst/>
            <a:gdLst/>
            <a:ahLst/>
            <a:cxnLst/>
            <a:rect l="0" t="0" r="0" b="0"/>
            <a:pathLst>
              <a:path w="213104" h="213104">
                <a:moveTo>
                  <a:pt x="207321" y="96080"/>
                </a:moveTo>
                <a:cubicBezTo>
                  <a:pt x="213104" y="151733"/>
                  <a:pt x="172677" y="201537"/>
                  <a:pt x="117023" y="207321"/>
                </a:cubicBezTo>
                <a:cubicBezTo>
                  <a:pt x="61371" y="213104"/>
                  <a:pt x="11567" y="172677"/>
                  <a:pt x="5783" y="117023"/>
                </a:cubicBezTo>
                <a:cubicBezTo>
                  <a:pt x="0" y="61371"/>
                  <a:pt x="40426" y="11567"/>
                  <a:pt x="96080" y="5783"/>
                </a:cubicBezTo>
                <a:cubicBezTo>
                  <a:pt x="151733" y="0"/>
                  <a:pt x="201537" y="40426"/>
                  <a:pt x="207321" y="96080"/>
                </a:cubicBezTo>
                <a:close/>
              </a:path>
            </a:pathLst>
          </a:custGeom>
          <a:noFill/>
          <a:ln w="12663">
            <a:solidFill>
              <a:srgbClr val="4E88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17655" y="2743346"/>
            <a:ext cx="766589" cy="2026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DE8431"/>
                </a:solidFill>
                <a:latin typeface="Roboto"/>
              </a:rPr>
              <a:t>Scalability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5885" y="2790377"/>
            <a:ext cx="1760707" cy="3039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84848"/>
                </a:solidFill>
                <a:latin typeface="Roboto"/>
              </a:rPr>
              <a:t>Adapt to growing demands and
expand business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6100" y="2576618"/>
            <a:ext cx="294436" cy="294439"/>
          </a:xfrm>
          <a:custGeom>
            <a:avLst/>
            <a:gdLst/>
            <a:ahLst/>
            <a:cxnLst/>
            <a:rect l="0" t="0" r="0" b="0"/>
            <a:pathLst>
              <a:path w="294436" h="294439">
                <a:moveTo>
                  <a:pt x="247579" y="198194"/>
                </a:moveTo>
                <a:cubicBezTo>
                  <a:pt x="258977" y="189329"/>
                  <a:pt x="265309" y="175399"/>
                  <a:pt x="265309" y="160202"/>
                </a:cubicBezTo>
                <a:cubicBezTo>
                  <a:pt x="265309" y="132341"/>
                  <a:pt x="243780" y="110812"/>
                  <a:pt x="215919" y="110812"/>
                </a:cubicBezTo>
                <a:cubicBezTo>
                  <a:pt x="205788" y="110812"/>
                  <a:pt x="195657" y="114612"/>
                  <a:pt x="188059" y="119677"/>
                </a:cubicBezTo>
                <a:cubicBezTo>
                  <a:pt x="181727" y="84218"/>
                  <a:pt x="150067" y="57624"/>
                  <a:pt x="113342" y="57624"/>
                </a:cubicBezTo>
                <a:cubicBezTo>
                  <a:pt x="71551" y="57624"/>
                  <a:pt x="37358" y="91817"/>
                  <a:pt x="37358" y="133608"/>
                </a:cubicBezTo>
                <a:cubicBezTo>
                  <a:pt x="37358" y="153870"/>
                  <a:pt x="44957" y="171599"/>
                  <a:pt x="57620" y="185530"/>
                </a:cubicBezTo>
                <a:moveTo>
                  <a:pt x="9497" y="56354"/>
                </a:moveTo>
                <a:lnTo>
                  <a:pt x="9497" y="9497"/>
                </a:lnTo>
                <a:lnTo>
                  <a:pt x="57620" y="9497"/>
                </a:lnTo>
                <a:moveTo>
                  <a:pt x="0" y="0"/>
                </a:moveTo>
                <a:moveTo>
                  <a:pt x="41157" y="39891"/>
                </a:moveTo>
                <a:lnTo>
                  <a:pt x="9497" y="9497"/>
                </a:lnTo>
                <a:moveTo>
                  <a:pt x="294436" y="56354"/>
                </a:moveTo>
                <a:lnTo>
                  <a:pt x="294436" y="9497"/>
                </a:lnTo>
                <a:lnTo>
                  <a:pt x="247579" y="9497"/>
                </a:lnTo>
                <a:moveTo>
                  <a:pt x="0" y="0"/>
                </a:moveTo>
                <a:moveTo>
                  <a:pt x="262776" y="39891"/>
                </a:moveTo>
                <a:lnTo>
                  <a:pt x="294436" y="9497"/>
                </a:lnTo>
                <a:moveTo>
                  <a:pt x="9497" y="247583"/>
                </a:moveTo>
                <a:lnTo>
                  <a:pt x="9497" y="294439"/>
                </a:lnTo>
                <a:lnTo>
                  <a:pt x="57620" y="294439"/>
                </a:lnTo>
                <a:moveTo>
                  <a:pt x="0" y="0"/>
                </a:moveTo>
                <a:moveTo>
                  <a:pt x="41157" y="264044"/>
                </a:moveTo>
                <a:lnTo>
                  <a:pt x="9497" y="294437"/>
                </a:lnTo>
                <a:moveTo>
                  <a:pt x="294436" y="247583"/>
                </a:moveTo>
                <a:lnTo>
                  <a:pt x="294436" y="294439"/>
                </a:lnTo>
                <a:lnTo>
                  <a:pt x="247579" y="294439"/>
                </a:lnTo>
                <a:moveTo>
                  <a:pt x="0" y="0"/>
                </a:moveTo>
                <a:moveTo>
                  <a:pt x="262776" y="264044"/>
                </a:moveTo>
                <a:lnTo>
                  <a:pt x="294436" y="294437"/>
                </a:lnTo>
                <a:moveTo>
                  <a:pt x="209587" y="241251"/>
                </a:moveTo>
                <a:cubicBezTo>
                  <a:pt x="209587" y="248849"/>
                  <a:pt x="204522" y="253915"/>
                  <a:pt x="196923" y="253915"/>
                </a:cubicBezTo>
                <a:lnTo>
                  <a:pt x="108276" y="253915"/>
                </a:lnTo>
                <a:cubicBezTo>
                  <a:pt x="100678" y="253915"/>
                  <a:pt x="95612" y="248849"/>
                  <a:pt x="95612" y="241251"/>
                </a:cubicBezTo>
                <a:lnTo>
                  <a:pt x="95612" y="171599"/>
                </a:lnTo>
                <a:cubicBezTo>
                  <a:pt x="95612" y="164001"/>
                  <a:pt x="100678" y="158935"/>
                  <a:pt x="108276" y="158935"/>
                </a:cubicBezTo>
                <a:lnTo>
                  <a:pt x="136137" y="158935"/>
                </a:lnTo>
                <a:cubicBezTo>
                  <a:pt x="142469" y="158935"/>
                  <a:pt x="147534" y="162735"/>
                  <a:pt x="148801" y="169067"/>
                </a:cubicBezTo>
                <a:lnTo>
                  <a:pt x="152600" y="184263"/>
                </a:lnTo>
                <a:lnTo>
                  <a:pt x="196923" y="184263"/>
                </a:lnTo>
                <a:cubicBezTo>
                  <a:pt x="204522" y="184263"/>
                  <a:pt x="209587" y="189329"/>
                  <a:pt x="209587" y="196927"/>
                </a:cubicBezTo>
                <a:close/>
              </a:path>
            </a:pathLst>
          </a:custGeom>
          <a:noFill/>
          <a:ln w="12663">
            <a:solidFill>
              <a:srgbClr val="DE843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4904" y="3351288"/>
            <a:ext cx="1501662" cy="2026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E0CB15"/>
                </a:solidFill>
                <a:latin typeface="Roboto"/>
              </a:rPr>
              <a:t>Secure Environment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77704" y="3456143"/>
            <a:ext cx="280349" cy="266535"/>
          </a:xfrm>
          <a:custGeom>
            <a:avLst/>
            <a:gdLst/>
            <a:ahLst/>
            <a:cxnLst/>
            <a:rect l="0" t="0" r="0" b="0"/>
            <a:pathLst>
              <a:path w="280349" h="266535">
                <a:moveTo>
                  <a:pt x="248005" y="157701"/>
                </a:moveTo>
                <a:cubicBezTo>
                  <a:pt x="267886" y="148504"/>
                  <a:pt x="280349" y="128319"/>
                  <a:pt x="279665" y="106425"/>
                </a:cubicBezTo>
                <a:cubicBezTo>
                  <a:pt x="279426" y="90222"/>
                  <a:pt x="272605" y="74814"/>
                  <a:pt x="260772" y="63743"/>
                </a:cubicBezTo>
                <a:cubicBezTo>
                  <a:pt x="248939" y="52672"/>
                  <a:pt x="233111" y="46890"/>
                  <a:pt x="216928" y="47728"/>
                </a:cubicBezTo>
                <a:cubicBezTo>
                  <a:pt x="202497" y="18688"/>
                  <a:pt x="172789" y="400"/>
                  <a:pt x="140362" y="593"/>
                </a:cubicBezTo>
                <a:cubicBezTo>
                  <a:pt x="96176" y="0"/>
                  <a:pt x="59152" y="33879"/>
                  <a:pt x="55830" y="77944"/>
                </a:cubicBezTo>
                <a:cubicBezTo>
                  <a:pt x="42638" y="75043"/>
                  <a:pt x="28839" y="78209"/>
                  <a:pt x="18231" y="86571"/>
                </a:cubicBezTo>
                <a:cubicBezTo>
                  <a:pt x="7622" y="94933"/>
                  <a:pt x="1320" y="107610"/>
                  <a:pt x="1059" y="121115"/>
                </a:cubicBezTo>
                <a:cubicBezTo>
                  <a:pt x="0" y="140859"/>
                  <a:pt x="13404" y="158462"/>
                  <a:pt x="32719" y="162691"/>
                </a:cubicBezTo>
                <a:moveTo>
                  <a:pt x="203682" y="253871"/>
                </a:moveTo>
                <a:cubicBezTo>
                  <a:pt x="203682" y="260865"/>
                  <a:pt x="198012" y="266535"/>
                  <a:pt x="191018" y="266535"/>
                </a:cubicBezTo>
                <a:lnTo>
                  <a:pt x="102370" y="266535"/>
                </a:lnTo>
                <a:cubicBezTo>
                  <a:pt x="95376" y="266535"/>
                  <a:pt x="89706" y="260865"/>
                  <a:pt x="89706" y="253871"/>
                </a:cubicBezTo>
                <a:lnTo>
                  <a:pt x="89706" y="177888"/>
                </a:lnTo>
                <a:cubicBezTo>
                  <a:pt x="89706" y="170894"/>
                  <a:pt x="95376" y="165224"/>
                  <a:pt x="102370" y="165224"/>
                </a:cubicBezTo>
                <a:lnTo>
                  <a:pt x="191018" y="165224"/>
                </a:lnTo>
                <a:cubicBezTo>
                  <a:pt x="198012" y="165224"/>
                  <a:pt x="203682" y="170894"/>
                  <a:pt x="203682" y="177888"/>
                </a:cubicBezTo>
                <a:close/>
                <a:moveTo>
                  <a:pt x="130864" y="216677"/>
                </a:moveTo>
                <a:cubicBezTo>
                  <a:pt x="130864" y="225420"/>
                  <a:pt x="137951" y="232507"/>
                  <a:pt x="146694" y="232507"/>
                </a:cubicBezTo>
                <a:cubicBezTo>
                  <a:pt x="155437" y="232507"/>
                  <a:pt x="162524" y="225420"/>
                  <a:pt x="162524" y="216677"/>
                </a:cubicBezTo>
                <a:cubicBezTo>
                  <a:pt x="162524" y="207935"/>
                  <a:pt x="155437" y="200847"/>
                  <a:pt x="146694" y="200847"/>
                </a:cubicBezTo>
                <a:cubicBezTo>
                  <a:pt x="137951" y="200847"/>
                  <a:pt x="130864" y="207935"/>
                  <a:pt x="130864" y="216677"/>
                </a:cubicBezTo>
                <a:close/>
                <a:moveTo>
                  <a:pt x="178354" y="146228"/>
                </a:moveTo>
                <a:cubicBezTo>
                  <a:pt x="178354" y="128743"/>
                  <a:pt x="164179" y="114568"/>
                  <a:pt x="146694" y="114568"/>
                </a:cubicBezTo>
                <a:cubicBezTo>
                  <a:pt x="129209" y="114568"/>
                  <a:pt x="115034" y="128743"/>
                  <a:pt x="115034" y="146228"/>
                </a:cubicBezTo>
                <a:lnTo>
                  <a:pt x="115034" y="165224"/>
                </a:lnTo>
                <a:lnTo>
                  <a:pt x="178354" y="165224"/>
                </a:lnTo>
                <a:close/>
              </a:path>
            </a:pathLst>
          </a:custGeom>
          <a:noFill/>
          <a:ln w="12663">
            <a:solidFill>
              <a:srgbClr val="E0CB1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61170" y="2490166"/>
            <a:ext cx="985404" cy="2026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DE8431"/>
                </a:solidFill>
                <a:latin typeface="Roboto"/>
              </a:rPr>
              <a:t>Future-Ready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0443" y="3452525"/>
            <a:ext cx="894241" cy="4052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E0CB15"/>
                </a:solidFill>
                <a:latin typeface="Roboto"/>
              </a:rPr>
              <a:t>Security
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5596" y="3651499"/>
            <a:ext cx="1840987" cy="3039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84848"/>
                </a:solidFill>
                <a:latin typeface="Roboto"/>
              </a:rPr>
              <a:t>Meet industry security standards
and protect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835" y="2186133"/>
            <a:ext cx="758323" cy="4052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E55753"/>
                </a:solidFill>
                <a:latin typeface="Roboto"/>
              </a:rPr>
              <a:t>Business
Continuity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5914" y="4212410"/>
            <a:ext cx="1320635" cy="2026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3CC583"/>
                </a:solidFill>
                <a:latin typeface="Roboto"/>
              </a:rPr>
              <a:t>Enhanced Uptime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72134" y="4307692"/>
            <a:ext cx="291572" cy="282719"/>
          </a:xfrm>
          <a:custGeom>
            <a:avLst/>
            <a:gdLst/>
            <a:ahLst/>
            <a:cxnLst/>
            <a:rect l="0" t="0" r="0" b="0"/>
            <a:pathLst>
              <a:path w="291572" h="282719">
                <a:moveTo>
                  <a:pt x="57285" y="282719"/>
                </a:moveTo>
                <a:lnTo>
                  <a:pt x="145933" y="282719"/>
                </a:lnTo>
                <a:moveTo>
                  <a:pt x="101609" y="257391"/>
                </a:moveTo>
                <a:lnTo>
                  <a:pt x="101609" y="282719"/>
                </a:lnTo>
                <a:moveTo>
                  <a:pt x="298" y="232063"/>
                </a:moveTo>
                <a:lnTo>
                  <a:pt x="202920" y="232063"/>
                </a:lnTo>
                <a:moveTo>
                  <a:pt x="256881" y="111756"/>
                </a:moveTo>
                <a:cubicBezTo>
                  <a:pt x="276440" y="109347"/>
                  <a:pt x="291236" y="92898"/>
                  <a:pt x="291568" y="73194"/>
                </a:cubicBezTo>
                <a:cubicBezTo>
                  <a:pt x="291572" y="62735"/>
                  <a:pt x="287318" y="52726"/>
                  <a:pt x="279785" y="45470"/>
                </a:cubicBezTo>
                <a:cubicBezTo>
                  <a:pt x="272252" y="38214"/>
                  <a:pt x="262090" y="34338"/>
                  <a:pt x="251638" y="34734"/>
                </a:cubicBezTo>
                <a:cubicBezTo>
                  <a:pt x="241174" y="12382"/>
                  <a:pt x="216860" y="0"/>
                  <a:pt x="192628" y="4681"/>
                </a:cubicBezTo>
                <a:cubicBezTo>
                  <a:pt x="168397" y="9363"/>
                  <a:pt x="150445" y="29912"/>
                  <a:pt x="149061" y="54553"/>
                </a:cubicBezTo>
                <a:cubicBezTo>
                  <a:pt x="140547" y="52786"/>
                  <a:pt x="131689" y="54944"/>
                  <a:pt x="124943" y="60431"/>
                </a:cubicBezTo>
                <a:cubicBezTo>
                  <a:pt x="118197" y="65917"/>
                  <a:pt x="114278" y="74149"/>
                  <a:pt x="114273" y="82844"/>
                </a:cubicBezTo>
                <a:cubicBezTo>
                  <a:pt x="114362" y="90823"/>
                  <a:pt x="117703" y="98420"/>
                  <a:pt x="123524" y="103878"/>
                </a:cubicBezTo>
                <a:cubicBezTo>
                  <a:pt x="129345" y="109335"/>
                  <a:pt x="137141" y="112181"/>
                  <a:pt x="145109" y="111756"/>
                </a:cubicBezTo>
                <a:close/>
                <a:moveTo>
                  <a:pt x="202920" y="137084"/>
                </a:moveTo>
                <a:lnTo>
                  <a:pt x="202920" y="237281"/>
                </a:lnTo>
                <a:cubicBezTo>
                  <a:pt x="203218" y="248076"/>
                  <a:pt x="194719" y="257074"/>
                  <a:pt x="183924" y="257391"/>
                </a:cubicBezTo>
                <a:lnTo>
                  <a:pt x="19293" y="257391"/>
                </a:lnTo>
                <a:cubicBezTo>
                  <a:pt x="8499" y="257074"/>
                  <a:pt x="0" y="248076"/>
                  <a:pt x="298" y="237281"/>
                </a:cubicBezTo>
                <a:lnTo>
                  <a:pt x="298" y="124420"/>
                </a:lnTo>
                <a:cubicBezTo>
                  <a:pt x="298" y="113929"/>
                  <a:pt x="8802" y="105424"/>
                  <a:pt x="19293" y="105424"/>
                </a:cubicBezTo>
                <a:lnTo>
                  <a:pt x="82613" y="105424"/>
                </a:lnTo>
                <a:moveTo>
                  <a:pt x="101609" y="149748"/>
                </a:moveTo>
                <a:lnTo>
                  <a:pt x="101609" y="206735"/>
                </a:lnTo>
                <a:moveTo>
                  <a:pt x="76281" y="175075"/>
                </a:moveTo>
                <a:lnTo>
                  <a:pt x="101609" y="149748"/>
                </a:lnTo>
                <a:lnTo>
                  <a:pt x="126937" y="175075"/>
                </a:lnTo>
              </a:path>
            </a:pathLst>
          </a:custGeom>
          <a:noFill/>
          <a:ln w="12663">
            <a:solidFill>
              <a:srgbClr val="3CC58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05933" y="1929255"/>
            <a:ext cx="1840641" cy="3039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84848"/>
                </a:solidFill>
                <a:latin typeface="Roboto"/>
              </a:rPr>
              <a:t>Guarantee uninterrupted
operations in case of disruptions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6508" y="4263016"/>
            <a:ext cx="746909" cy="4052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CC583"/>
                </a:solidFill>
                <a:latin typeface="Roboto"/>
              </a:rPr>
              <a:t>Improved
Reliability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0447" y="4512621"/>
            <a:ext cx="1936161" cy="3039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84848"/>
                </a:solidFill>
                <a:latin typeface="Roboto"/>
              </a:rPr>
              <a:t>Ensure consistent and dependable
service delivery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75599" y="1724994"/>
            <a:ext cx="284937" cy="284938"/>
          </a:xfrm>
          <a:custGeom>
            <a:avLst/>
            <a:gdLst/>
            <a:ahLst/>
            <a:cxnLst/>
            <a:rect l="0" t="0" r="0" b="0"/>
            <a:pathLst>
              <a:path w="284937" h="284938">
                <a:moveTo>
                  <a:pt x="170962" y="189958"/>
                </a:moveTo>
                <a:lnTo>
                  <a:pt x="222884" y="189958"/>
                </a:lnTo>
                <a:cubicBezTo>
                  <a:pt x="257076" y="189958"/>
                  <a:pt x="284937" y="162098"/>
                  <a:pt x="284937" y="127905"/>
                </a:cubicBezTo>
                <a:cubicBezTo>
                  <a:pt x="284937" y="93713"/>
                  <a:pt x="257076" y="65852"/>
                  <a:pt x="222884" y="65852"/>
                </a:cubicBezTo>
                <a:cubicBezTo>
                  <a:pt x="210220" y="65852"/>
                  <a:pt x="197556" y="69651"/>
                  <a:pt x="187425" y="77250"/>
                </a:cubicBezTo>
                <a:cubicBezTo>
                  <a:pt x="178560" y="32926"/>
                  <a:pt x="140568" y="0"/>
                  <a:pt x="93712" y="0"/>
                </a:cubicBezTo>
                <a:cubicBezTo>
                  <a:pt x="82314" y="0"/>
                  <a:pt x="70917" y="2532"/>
                  <a:pt x="59519" y="6331"/>
                </a:cubicBezTo>
                <a:moveTo>
                  <a:pt x="148167" y="234282"/>
                </a:moveTo>
                <a:lnTo>
                  <a:pt x="148167" y="284938"/>
                </a:lnTo>
                <a:moveTo>
                  <a:pt x="103843" y="234282"/>
                </a:moveTo>
                <a:lnTo>
                  <a:pt x="103843" y="259610"/>
                </a:lnTo>
                <a:moveTo>
                  <a:pt x="192490" y="234282"/>
                </a:moveTo>
                <a:lnTo>
                  <a:pt x="192490" y="259610"/>
                </a:lnTo>
                <a:moveTo>
                  <a:pt x="132971" y="189958"/>
                </a:moveTo>
                <a:cubicBezTo>
                  <a:pt x="132971" y="197557"/>
                  <a:pt x="127906" y="202622"/>
                  <a:pt x="120307" y="202622"/>
                </a:cubicBezTo>
                <a:lnTo>
                  <a:pt x="12663" y="202622"/>
                </a:lnTo>
                <a:cubicBezTo>
                  <a:pt x="5065" y="202622"/>
                  <a:pt x="0" y="197557"/>
                  <a:pt x="0" y="189958"/>
                </a:cubicBezTo>
                <a:lnTo>
                  <a:pt x="0" y="63319"/>
                </a:lnTo>
                <a:cubicBezTo>
                  <a:pt x="0" y="55721"/>
                  <a:pt x="5065" y="50655"/>
                  <a:pt x="12663" y="50655"/>
                </a:cubicBezTo>
                <a:lnTo>
                  <a:pt x="120307" y="50655"/>
                </a:lnTo>
                <a:cubicBezTo>
                  <a:pt x="127906" y="50655"/>
                  <a:pt x="132971" y="55721"/>
                  <a:pt x="132971" y="63319"/>
                </a:cubicBezTo>
                <a:lnTo>
                  <a:pt x="132971" y="189958"/>
                </a:lnTo>
                <a:close/>
                <a:moveTo>
                  <a:pt x="78515" y="88647"/>
                </a:moveTo>
                <a:lnTo>
                  <a:pt x="94978" y="88647"/>
                </a:lnTo>
                <a:moveTo>
                  <a:pt x="78515" y="164630"/>
                </a:moveTo>
                <a:lnTo>
                  <a:pt x="94978" y="164630"/>
                </a:lnTo>
                <a:moveTo>
                  <a:pt x="0" y="126639"/>
                </a:moveTo>
                <a:lnTo>
                  <a:pt x="132971" y="126639"/>
                </a:lnTo>
                <a:moveTo>
                  <a:pt x="38359" y="100477"/>
                </a:moveTo>
                <a:cubicBezTo>
                  <a:pt x="44892" y="100477"/>
                  <a:pt x="50188" y="95181"/>
                  <a:pt x="50188" y="88647"/>
                </a:cubicBezTo>
                <a:cubicBezTo>
                  <a:pt x="50188" y="82114"/>
                  <a:pt x="44892" y="76818"/>
                  <a:pt x="38359" y="76818"/>
                </a:cubicBezTo>
                <a:cubicBezTo>
                  <a:pt x="31826" y="76818"/>
                  <a:pt x="26529" y="82114"/>
                  <a:pt x="26529" y="88647"/>
                </a:cubicBezTo>
                <a:cubicBezTo>
                  <a:pt x="26529" y="95181"/>
                  <a:pt x="31826" y="100477"/>
                  <a:pt x="38359" y="100477"/>
                </a:cubicBezTo>
                <a:close/>
                <a:moveTo>
                  <a:pt x="38359" y="176460"/>
                </a:moveTo>
                <a:cubicBezTo>
                  <a:pt x="44892" y="176460"/>
                  <a:pt x="50188" y="171164"/>
                  <a:pt x="50188" y="164630"/>
                </a:cubicBezTo>
                <a:cubicBezTo>
                  <a:pt x="50188" y="158097"/>
                  <a:pt x="44892" y="152801"/>
                  <a:pt x="38359" y="152801"/>
                </a:cubicBezTo>
                <a:cubicBezTo>
                  <a:pt x="31826" y="152801"/>
                  <a:pt x="26529" y="158097"/>
                  <a:pt x="26529" y="164630"/>
                </a:cubicBezTo>
                <a:cubicBezTo>
                  <a:pt x="26529" y="171164"/>
                  <a:pt x="31826" y="176460"/>
                  <a:pt x="38359" y="176460"/>
                </a:cubicBezTo>
                <a:close/>
              </a:path>
            </a:pathLst>
          </a:custGeom>
          <a:noFill/>
          <a:ln w="12663">
            <a:solidFill>
              <a:srgbClr val="E5575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722070" y="1629044"/>
            <a:ext cx="1424513" cy="2026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E55753"/>
                </a:solidFill>
                <a:latin typeface="Roboto"/>
              </a:rPr>
              <a:t>Resilience Assured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77736" y="5178786"/>
            <a:ext cx="280324" cy="266134"/>
          </a:xfrm>
          <a:custGeom>
            <a:avLst/>
            <a:gdLst/>
            <a:ahLst/>
            <a:cxnLst/>
            <a:rect l="0" t="0" r="0" b="0"/>
            <a:pathLst>
              <a:path w="280324" h="266134">
                <a:moveTo>
                  <a:pt x="247973" y="157695"/>
                </a:moveTo>
                <a:cubicBezTo>
                  <a:pt x="267859" y="148503"/>
                  <a:pt x="280324" y="128314"/>
                  <a:pt x="279633" y="106418"/>
                </a:cubicBezTo>
                <a:cubicBezTo>
                  <a:pt x="279394" y="90217"/>
                  <a:pt x="272573" y="74809"/>
                  <a:pt x="260739" y="63740"/>
                </a:cubicBezTo>
                <a:cubicBezTo>
                  <a:pt x="248906" y="52671"/>
                  <a:pt x="233078" y="46893"/>
                  <a:pt x="216896" y="47734"/>
                </a:cubicBezTo>
                <a:cubicBezTo>
                  <a:pt x="202484" y="18675"/>
                  <a:pt x="172766" y="375"/>
                  <a:pt x="140330" y="586"/>
                </a:cubicBezTo>
                <a:cubicBezTo>
                  <a:pt x="96142" y="0"/>
                  <a:pt x="59119" y="33883"/>
                  <a:pt x="55798" y="77950"/>
                </a:cubicBezTo>
                <a:cubicBezTo>
                  <a:pt x="42606" y="75054"/>
                  <a:pt x="28811" y="78222"/>
                  <a:pt x="18203" y="86583"/>
                </a:cubicBezTo>
                <a:cubicBezTo>
                  <a:pt x="7596" y="94944"/>
                  <a:pt x="1293" y="107618"/>
                  <a:pt x="1027" y="121121"/>
                </a:cubicBezTo>
                <a:cubicBezTo>
                  <a:pt x="0" y="140842"/>
                  <a:pt x="13397" y="158408"/>
                  <a:pt x="32687" y="162634"/>
                </a:cubicBezTo>
                <a:moveTo>
                  <a:pt x="125285" y="184213"/>
                </a:moveTo>
                <a:cubicBezTo>
                  <a:pt x="125285" y="194270"/>
                  <a:pt x="133439" y="202424"/>
                  <a:pt x="143496" y="202424"/>
                </a:cubicBezTo>
                <a:cubicBezTo>
                  <a:pt x="153554" y="202424"/>
                  <a:pt x="161707" y="194270"/>
                  <a:pt x="161707" y="184213"/>
                </a:cubicBezTo>
                <a:cubicBezTo>
                  <a:pt x="161707" y="174155"/>
                  <a:pt x="153554" y="166002"/>
                  <a:pt x="143496" y="166002"/>
                </a:cubicBezTo>
                <a:cubicBezTo>
                  <a:pt x="133439" y="166002"/>
                  <a:pt x="125285" y="174155"/>
                  <a:pt x="125285" y="184213"/>
                </a:cubicBezTo>
                <a:close/>
                <a:moveTo>
                  <a:pt x="158959" y="113789"/>
                </a:moveTo>
                <a:lnTo>
                  <a:pt x="164328" y="131417"/>
                </a:lnTo>
                <a:cubicBezTo>
                  <a:pt x="166155" y="137498"/>
                  <a:pt x="172389" y="141117"/>
                  <a:pt x="178575" y="139687"/>
                </a:cubicBezTo>
                <a:lnTo>
                  <a:pt x="196444" y="135545"/>
                </a:lnTo>
                <a:cubicBezTo>
                  <a:pt x="203396" y="133979"/>
                  <a:pt x="210557" y="137124"/>
                  <a:pt x="214106" y="143304"/>
                </a:cubicBezTo>
                <a:cubicBezTo>
                  <a:pt x="217655" y="149483"/>
                  <a:pt x="216763" y="157254"/>
                  <a:pt x="211907" y="162469"/>
                </a:cubicBezTo>
                <a:lnTo>
                  <a:pt x="199395" y="175943"/>
                </a:lnTo>
                <a:cubicBezTo>
                  <a:pt x="195114" y="180596"/>
                  <a:pt x="195114" y="187754"/>
                  <a:pt x="199395" y="192406"/>
                </a:cubicBezTo>
                <a:lnTo>
                  <a:pt x="211894" y="205894"/>
                </a:lnTo>
                <a:cubicBezTo>
                  <a:pt x="216751" y="211108"/>
                  <a:pt x="217642" y="218879"/>
                  <a:pt x="214093" y="225059"/>
                </a:cubicBezTo>
                <a:cubicBezTo>
                  <a:pt x="210544" y="231238"/>
                  <a:pt x="203383" y="234384"/>
                  <a:pt x="196431" y="232817"/>
                </a:cubicBezTo>
                <a:lnTo>
                  <a:pt x="178563" y="228676"/>
                </a:lnTo>
                <a:cubicBezTo>
                  <a:pt x="172383" y="227297"/>
                  <a:pt x="166190" y="230938"/>
                  <a:pt x="164392" y="237009"/>
                </a:cubicBezTo>
                <a:lnTo>
                  <a:pt x="159022" y="254637"/>
                </a:lnTo>
                <a:cubicBezTo>
                  <a:pt x="156970" y="261462"/>
                  <a:pt x="150686" y="266134"/>
                  <a:pt x="143559" y="266134"/>
                </a:cubicBezTo>
                <a:cubicBezTo>
                  <a:pt x="136433" y="266134"/>
                  <a:pt x="130149" y="261462"/>
                  <a:pt x="128097" y="254637"/>
                </a:cubicBezTo>
                <a:lnTo>
                  <a:pt x="122664" y="237009"/>
                </a:lnTo>
                <a:cubicBezTo>
                  <a:pt x="120838" y="230928"/>
                  <a:pt x="114603" y="227309"/>
                  <a:pt x="108417" y="228739"/>
                </a:cubicBezTo>
                <a:lnTo>
                  <a:pt x="90548" y="232880"/>
                </a:lnTo>
                <a:cubicBezTo>
                  <a:pt x="83597" y="234447"/>
                  <a:pt x="76435" y="231302"/>
                  <a:pt x="72886" y="225122"/>
                </a:cubicBezTo>
                <a:cubicBezTo>
                  <a:pt x="69337" y="218943"/>
                  <a:pt x="70229" y="211172"/>
                  <a:pt x="75086" y="205957"/>
                </a:cubicBezTo>
                <a:lnTo>
                  <a:pt x="87585" y="192470"/>
                </a:lnTo>
                <a:cubicBezTo>
                  <a:pt x="91866" y="187817"/>
                  <a:pt x="91866" y="180659"/>
                  <a:pt x="87585" y="176007"/>
                </a:cubicBezTo>
                <a:lnTo>
                  <a:pt x="75086" y="162520"/>
                </a:lnTo>
                <a:cubicBezTo>
                  <a:pt x="70229" y="157305"/>
                  <a:pt x="69337" y="149534"/>
                  <a:pt x="72886" y="143354"/>
                </a:cubicBezTo>
                <a:cubicBezTo>
                  <a:pt x="76435" y="137175"/>
                  <a:pt x="83597" y="134029"/>
                  <a:pt x="90548" y="135596"/>
                </a:cubicBezTo>
                <a:lnTo>
                  <a:pt x="108417" y="139737"/>
                </a:lnTo>
                <a:cubicBezTo>
                  <a:pt x="114602" y="141161"/>
                  <a:pt x="120832" y="137545"/>
                  <a:pt x="122664" y="131468"/>
                </a:cubicBezTo>
                <a:lnTo>
                  <a:pt x="128034" y="113839"/>
                </a:lnTo>
                <a:cubicBezTo>
                  <a:pt x="130074" y="107011"/>
                  <a:pt x="136351" y="102329"/>
                  <a:pt x="143477" y="102317"/>
                </a:cubicBezTo>
                <a:cubicBezTo>
                  <a:pt x="150604" y="102305"/>
                  <a:pt x="156896" y="106967"/>
                  <a:pt x="158959" y="113789"/>
                </a:cubicBezTo>
                <a:close/>
              </a:path>
            </a:pathLst>
          </a:custGeom>
          <a:noFill/>
          <a:ln w="12663">
            <a:solidFill>
              <a:srgbClr val="4E88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675635" y="872924"/>
            <a:ext cx="5516952" cy="2532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484848"/>
                </a:solidFill>
                <a:latin typeface="Roboto"/>
              </a:rPr>
              <a:t>Key Outcomes of Whiteboard's AWS Cloud Transformation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5197" y="5124163"/>
            <a:ext cx="907040" cy="4052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E88E7"/>
                </a:solidFill>
                <a:latin typeface="Roboto"/>
              </a:rPr>
              <a:t>Operational
Excellence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90360" y="5373743"/>
            <a:ext cx="1756266" cy="3039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84848"/>
                </a:solidFill>
                <a:latin typeface="Roboto"/>
              </a:rPr>
              <a:t>Achieve efficient and optimized
business operations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6616" y="5073532"/>
            <a:ext cx="1729967" cy="2026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4E88E7"/>
                </a:solidFill>
                <a:latin typeface="Roboto"/>
              </a:rPr>
              <a:t>Streamlined Processes</a:t>
            </a:r>
          </a:p>
        </p:txBody>
      </p:sp>
    </p:spTree>
    <p:extLst>
      <p:ext uri="{BB962C8B-B14F-4D97-AF65-F5344CB8AC3E}">
        <p14:creationId xmlns:p14="http://schemas.microsoft.com/office/powerpoint/2010/main" val="1762121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2D9AB7-CD66-4BD7-8B68-04023E362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615950"/>
            <a:ext cx="7950200" cy="56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761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539</Words>
  <Application>Microsoft Office PowerPoint</Application>
  <PresentationFormat>On-screen Show (4:3)</PresentationFormat>
  <Paragraphs>113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Arvind kumar Jha</dc:creator>
  <cp:keywords/>
  <dc:description>generated using python-pptx</dc:description>
  <cp:lastModifiedBy>Arvind Jha</cp:lastModifiedBy>
  <cp:revision>8</cp:revision>
  <dcterms:created xsi:type="dcterms:W3CDTF">2013-01-27T09:14:16Z</dcterms:created>
  <dcterms:modified xsi:type="dcterms:W3CDTF">2026-06-10T07:22:05Z</dcterms:modified>
  <cp:category/>
</cp:coreProperties>
</file>